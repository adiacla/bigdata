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84" r:id="rId16"/>
    <p:sldId id="299" r:id="rId17"/>
    <p:sldId id="300" r:id="rId18"/>
    <p:sldId id="301" r:id="rId19"/>
    <p:sldId id="302" r:id="rId20"/>
    <p:sldId id="303" r:id="rId21"/>
    <p:sldId id="286" r:id="rId22"/>
    <p:sldId id="287" r:id="rId23"/>
    <p:sldId id="288" r:id="rId24"/>
    <p:sldId id="305" r:id="rId25"/>
    <p:sldId id="306" r:id="rId26"/>
    <p:sldId id="308" r:id="rId27"/>
    <p:sldId id="289" r:id="rId28"/>
    <p:sldId id="290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68" r:id="rId37"/>
    <p:sldId id="269" r:id="rId38"/>
    <p:sldId id="271" r:id="rId39"/>
    <p:sldId id="270" r:id="rId40"/>
    <p:sldId id="272" r:id="rId41"/>
    <p:sldId id="273" r:id="rId42"/>
    <p:sldId id="274" r:id="rId43"/>
    <p:sldId id="275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A502"/>
    <a:srgbClr val="92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5AF4C9-A955-BCF4-B631-1A05604DE77D}" v="29" dt="2026-08-19T19:11:57.680"/>
    <p1510:client id="{2D28D1F7-4F77-41AB-8EC6-84CDD11C318B}" v="22" dt="2026-08-19T22:36:15.4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892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fredo Antonio Diaz Claros" userId="S::adiaz@o365.unab.edu.co::99801c48-2aa5-4e25-be5d-bba7d0b1279a" providerId="AD" clId="Web-{2A73CE7C-FA47-036E-F08E-9D0E35EF9F65}"/>
    <pc:docChg chg="modSld">
      <pc:chgData name="Alfredo Antonio Diaz Claros" userId="S::adiaz@o365.unab.edu.co::99801c48-2aa5-4e25-be5d-bba7d0b1279a" providerId="AD" clId="Web-{2A73CE7C-FA47-036E-F08E-9D0E35EF9F65}" dt="2026-08-13T23:20:08.816" v="1" actId="1076"/>
      <pc:docMkLst>
        <pc:docMk/>
      </pc:docMkLst>
      <pc:sldChg chg="modSp">
        <pc:chgData name="Alfredo Antonio Diaz Claros" userId="S::adiaz@o365.unab.edu.co::99801c48-2aa5-4e25-be5d-bba7d0b1279a" providerId="AD" clId="Web-{2A73CE7C-FA47-036E-F08E-9D0E35EF9F65}" dt="2026-08-13T23:04:31.684" v="0" actId="20577"/>
        <pc:sldMkLst>
          <pc:docMk/>
          <pc:sldMk cId="0" sldId="286"/>
        </pc:sldMkLst>
        <pc:spChg chg="mod">
          <ac:chgData name="Alfredo Antonio Diaz Claros" userId="S::adiaz@o365.unab.edu.co::99801c48-2aa5-4e25-be5d-bba7d0b1279a" providerId="AD" clId="Web-{2A73CE7C-FA47-036E-F08E-9D0E35EF9F65}" dt="2026-08-13T23:04:31.684" v="0" actId="20577"/>
          <ac:spMkLst>
            <pc:docMk/>
            <pc:sldMk cId="0" sldId="286"/>
            <ac:spMk id="4" creationId="{00000000-0000-0000-0000-000000000000}"/>
          </ac:spMkLst>
        </pc:spChg>
      </pc:sldChg>
      <pc:sldChg chg="modSp">
        <pc:chgData name="Alfredo Antonio Diaz Claros" userId="S::adiaz@o365.unab.edu.co::99801c48-2aa5-4e25-be5d-bba7d0b1279a" providerId="AD" clId="Web-{2A73CE7C-FA47-036E-F08E-9D0E35EF9F65}" dt="2026-08-13T23:20:08.816" v="1" actId="1076"/>
        <pc:sldMkLst>
          <pc:docMk/>
          <pc:sldMk cId="0" sldId="305"/>
        </pc:sldMkLst>
        <pc:spChg chg="mod">
          <ac:chgData name="Alfredo Antonio Diaz Claros" userId="S::adiaz@o365.unab.edu.co::99801c48-2aa5-4e25-be5d-bba7d0b1279a" providerId="AD" clId="Web-{2A73CE7C-FA47-036E-F08E-9D0E35EF9F65}" dt="2026-08-13T23:20:08.816" v="1" actId="1076"/>
          <ac:spMkLst>
            <pc:docMk/>
            <pc:sldMk cId="0" sldId="305"/>
            <ac:spMk id="14" creationId="{00000000-0000-0000-0000-000000000000}"/>
          </ac:spMkLst>
        </pc:spChg>
      </pc:sldChg>
    </pc:docChg>
  </pc:docChgLst>
  <pc:docChgLst>
    <pc:chgData name="Alfredo Antonio Diaz Claros" userId="99801c48-2aa5-4e25-be5d-bba7d0b1279a" providerId="ADAL" clId="{4160333E-AB3C-4253-8BA2-89138CC77C0E}"/>
    <pc:docChg chg="undo custSel delSld modSld">
      <pc:chgData name="Alfredo Antonio Diaz Claros" userId="99801c48-2aa5-4e25-be5d-bba7d0b1279a" providerId="ADAL" clId="{4160333E-AB3C-4253-8BA2-89138CC77C0E}" dt="2026-08-19T22:36:29.976" v="153" actId="20577"/>
      <pc:docMkLst>
        <pc:docMk/>
      </pc:docMkLst>
      <pc:sldChg chg="modSp mod">
        <pc:chgData name="Alfredo Antonio Diaz Claros" userId="99801c48-2aa5-4e25-be5d-bba7d0b1279a" providerId="ADAL" clId="{4160333E-AB3C-4253-8BA2-89138CC77C0E}" dt="2026-08-19T21:07:06.788" v="7" actId="6549"/>
        <pc:sldMkLst>
          <pc:docMk/>
          <pc:sldMk cId="0" sldId="286"/>
        </pc:sldMkLst>
        <pc:spChg chg="mod">
          <ac:chgData name="Alfredo Antonio Diaz Claros" userId="99801c48-2aa5-4e25-be5d-bba7d0b1279a" providerId="ADAL" clId="{4160333E-AB3C-4253-8BA2-89138CC77C0E}" dt="2026-08-19T21:07:06.788" v="7" actId="6549"/>
          <ac:spMkLst>
            <pc:docMk/>
            <pc:sldMk cId="0" sldId="286"/>
            <ac:spMk id="7" creationId="{00000000-0000-0000-0000-000000000000}"/>
          </ac:spMkLst>
        </pc:spChg>
      </pc:sldChg>
      <pc:sldChg chg="modSp mod">
        <pc:chgData name="Alfredo Antonio Diaz Claros" userId="99801c48-2aa5-4e25-be5d-bba7d0b1279a" providerId="ADAL" clId="{4160333E-AB3C-4253-8BA2-89138CC77C0E}" dt="2026-08-19T21:31:51.686" v="62" actId="14100"/>
        <pc:sldMkLst>
          <pc:docMk/>
          <pc:sldMk cId="0" sldId="288"/>
        </pc:sldMkLst>
        <pc:spChg chg="mod">
          <ac:chgData name="Alfredo Antonio Diaz Claros" userId="99801c48-2aa5-4e25-be5d-bba7d0b1279a" providerId="ADAL" clId="{4160333E-AB3C-4253-8BA2-89138CC77C0E}" dt="2026-08-19T21:19:21.115" v="33" actId="20577"/>
          <ac:spMkLst>
            <pc:docMk/>
            <pc:sldMk cId="0" sldId="288"/>
            <ac:spMk id="8" creationId="{00000000-0000-0000-0000-000000000000}"/>
          </ac:spMkLst>
        </pc:spChg>
        <pc:spChg chg="mod">
          <ac:chgData name="Alfredo Antonio Diaz Claros" userId="99801c48-2aa5-4e25-be5d-bba7d0b1279a" providerId="ADAL" clId="{4160333E-AB3C-4253-8BA2-89138CC77C0E}" dt="2026-08-19T21:24:30.617" v="45" actId="14100"/>
          <ac:spMkLst>
            <pc:docMk/>
            <pc:sldMk cId="0" sldId="288"/>
            <ac:spMk id="10" creationId="{00000000-0000-0000-0000-000000000000}"/>
          </ac:spMkLst>
        </pc:spChg>
        <pc:spChg chg="mod">
          <ac:chgData name="Alfredo Antonio Diaz Claros" userId="99801c48-2aa5-4e25-be5d-bba7d0b1279a" providerId="ADAL" clId="{4160333E-AB3C-4253-8BA2-89138CC77C0E}" dt="2026-08-19T21:29:23.362" v="54" actId="6549"/>
          <ac:spMkLst>
            <pc:docMk/>
            <pc:sldMk cId="0" sldId="288"/>
            <ac:spMk id="11" creationId="{00000000-0000-0000-0000-000000000000}"/>
          </ac:spMkLst>
        </pc:spChg>
        <pc:spChg chg="mod">
          <ac:chgData name="Alfredo Antonio Diaz Claros" userId="99801c48-2aa5-4e25-be5d-bba7d0b1279a" providerId="ADAL" clId="{4160333E-AB3C-4253-8BA2-89138CC77C0E}" dt="2026-08-19T21:24:00.772" v="43" actId="1076"/>
          <ac:spMkLst>
            <pc:docMk/>
            <pc:sldMk cId="0" sldId="288"/>
            <ac:spMk id="12" creationId="{00000000-0000-0000-0000-000000000000}"/>
          </ac:spMkLst>
        </pc:spChg>
        <pc:spChg chg="mod">
          <ac:chgData name="Alfredo Antonio Diaz Claros" userId="99801c48-2aa5-4e25-be5d-bba7d0b1279a" providerId="ADAL" clId="{4160333E-AB3C-4253-8BA2-89138CC77C0E}" dt="2026-08-19T21:31:51.686" v="62" actId="14100"/>
          <ac:spMkLst>
            <pc:docMk/>
            <pc:sldMk cId="0" sldId="288"/>
            <ac:spMk id="13" creationId="{00000000-0000-0000-0000-000000000000}"/>
          </ac:spMkLst>
        </pc:spChg>
        <pc:spChg chg="mod">
          <ac:chgData name="Alfredo Antonio Diaz Claros" userId="99801c48-2aa5-4e25-be5d-bba7d0b1279a" providerId="ADAL" clId="{4160333E-AB3C-4253-8BA2-89138CC77C0E}" dt="2026-08-19T21:31:47.883" v="61"/>
          <ac:spMkLst>
            <pc:docMk/>
            <pc:sldMk cId="0" sldId="288"/>
            <ac:spMk id="14" creationId="{00000000-0000-0000-0000-000000000000}"/>
          </ac:spMkLst>
        </pc:spChg>
      </pc:sldChg>
      <pc:sldChg chg="modSp mod">
        <pc:chgData name="Alfredo Antonio Diaz Claros" userId="99801c48-2aa5-4e25-be5d-bba7d0b1279a" providerId="ADAL" clId="{4160333E-AB3C-4253-8BA2-89138CC77C0E}" dt="2026-08-19T22:36:29.976" v="153" actId="20577"/>
        <pc:sldMkLst>
          <pc:docMk/>
          <pc:sldMk cId="0" sldId="289"/>
        </pc:sldMkLst>
        <pc:spChg chg="mod">
          <ac:chgData name="Alfredo Antonio Diaz Claros" userId="99801c48-2aa5-4e25-be5d-bba7d0b1279a" providerId="ADAL" clId="{4160333E-AB3C-4253-8BA2-89138CC77C0E}" dt="2026-08-19T22:07:17.853" v="127" actId="1076"/>
          <ac:spMkLst>
            <pc:docMk/>
            <pc:sldMk cId="0" sldId="289"/>
            <ac:spMk id="6" creationId="{00000000-0000-0000-0000-000000000000}"/>
          </ac:spMkLst>
        </pc:spChg>
        <pc:spChg chg="mod">
          <ac:chgData name="Alfredo Antonio Diaz Claros" userId="99801c48-2aa5-4e25-be5d-bba7d0b1279a" providerId="ADAL" clId="{4160333E-AB3C-4253-8BA2-89138CC77C0E}" dt="2026-08-19T22:36:29.976" v="153" actId="20577"/>
          <ac:spMkLst>
            <pc:docMk/>
            <pc:sldMk cId="0" sldId="289"/>
            <ac:spMk id="7" creationId="{00000000-0000-0000-0000-000000000000}"/>
          </ac:spMkLst>
        </pc:spChg>
      </pc:sldChg>
      <pc:sldChg chg="addSp delSp modSp mod">
        <pc:chgData name="Alfredo Antonio Diaz Claros" userId="99801c48-2aa5-4e25-be5d-bba7d0b1279a" providerId="ADAL" clId="{4160333E-AB3C-4253-8BA2-89138CC77C0E}" dt="2026-08-19T21:41:42.914" v="111" actId="1076"/>
        <pc:sldMkLst>
          <pc:docMk/>
          <pc:sldMk cId="0" sldId="306"/>
        </pc:sldMkLst>
        <pc:spChg chg="mod">
          <ac:chgData name="Alfredo Antonio Diaz Claros" userId="99801c48-2aa5-4e25-be5d-bba7d0b1279a" providerId="ADAL" clId="{4160333E-AB3C-4253-8BA2-89138CC77C0E}" dt="2026-08-19T21:40:34.379" v="96" actId="1076"/>
          <ac:spMkLst>
            <pc:docMk/>
            <pc:sldMk cId="0" sldId="306"/>
            <ac:spMk id="10" creationId="{00000000-0000-0000-0000-000000000000}"/>
          </ac:spMkLst>
        </pc:spChg>
        <pc:spChg chg="mod">
          <ac:chgData name="Alfredo Antonio Diaz Claros" userId="99801c48-2aa5-4e25-be5d-bba7d0b1279a" providerId="ADAL" clId="{4160333E-AB3C-4253-8BA2-89138CC77C0E}" dt="2026-08-19T21:40:34.379" v="96" actId="1076"/>
          <ac:spMkLst>
            <pc:docMk/>
            <pc:sldMk cId="0" sldId="306"/>
            <ac:spMk id="14" creationId="{00000000-0000-0000-0000-000000000000}"/>
          </ac:spMkLst>
        </pc:spChg>
        <pc:spChg chg="mod">
          <ac:chgData name="Alfredo Antonio Diaz Claros" userId="99801c48-2aa5-4e25-be5d-bba7d0b1279a" providerId="ADAL" clId="{4160333E-AB3C-4253-8BA2-89138CC77C0E}" dt="2026-08-19T21:40:34.379" v="96" actId="1076"/>
          <ac:spMkLst>
            <pc:docMk/>
            <pc:sldMk cId="0" sldId="306"/>
            <ac:spMk id="16" creationId="{00000000-0000-0000-0000-000000000000}"/>
          </ac:spMkLst>
        </pc:spChg>
        <pc:spChg chg="mod">
          <ac:chgData name="Alfredo Antonio Diaz Claros" userId="99801c48-2aa5-4e25-be5d-bba7d0b1279a" providerId="ADAL" clId="{4160333E-AB3C-4253-8BA2-89138CC77C0E}" dt="2026-08-19T21:40:34.379" v="96" actId="1076"/>
          <ac:spMkLst>
            <pc:docMk/>
            <pc:sldMk cId="0" sldId="306"/>
            <ac:spMk id="17" creationId="{00000000-0000-0000-0000-000000000000}"/>
          </ac:spMkLst>
        </pc:spChg>
        <pc:spChg chg="del mod">
          <ac:chgData name="Alfredo Antonio Diaz Claros" userId="99801c48-2aa5-4e25-be5d-bba7d0b1279a" providerId="ADAL" clId="{4160333E-AB3C-4253-8BA2-89138CC77C0E}" dt="2026-08-19T21:33:50.292" v="67"/>
          <ac:spMkLst>
            <pc:docMk/>
            <pc:sldMk cId="0" sldId="306"/>
            <ac:spMk id="18" creationId="{00000000-0000-0000-0000-000000000000}"/>
          </ac:spMkLst>
        </pc:spChg>
        <pc:spChg chg="del mod">
          <ac:chgData name="Alfredo Antonio Diaz Claros" userId="99801c48-2aa5-4e25-be5d-bba7d0b1279a" providerId="ADAL" clId="{4160333E-AB3C-4253-8BA2-89138CC77C0E}" dt="2026-08-19T21:33:50.290" v="65" actId="478"/>
          <ac:spMkLst>
            <pc:docMk/>
            <pc:sldMk cId="0" sldId="306"/>
            <ac:spMk id="19" creationId="{00000000-0000-0000-0000-000000000000}"/>
          </ac:spMkLst>
        </pc:spChg>
        <pc:spChg chg="del">
          <ac:chgData name="Alfredo Antonio Diaz Claros" userId="99801c48-2aa5-4e25-be5d-bba7d0b1279a" providerId="ADAL" clId="{4160333E-AB3C-4253-8BA2-89138CC77C0E}" dt="2026-08-19T21:33:51.983" v="68" actId="478"/>
          <ac:spMkLst>
            <pc:docMk/>
            <pc:sldMk cId="0" sldId="306"/>
            <ac:spMk id="20" creationId="{00000000-0000-0000-0000-000000000000}"/>
          </ac:spMkLst>
        </pc:spChg>
        <pc:spChg chg="del mod">
          <ac:chgData name="Alfredo Antonio Diaz Claros" userId="99801c48-2aa5-4e25-be5d-bba7d0b1279a" providerId="ADAL" clId="{4160333E-AB3C-4253-8BA2-89138CC77C0E}" dt="2026-08-19T21:33:57.278" v="71" actId="478"/>
          <ac:spMkLst>
            <pc:docMk/>
            <pc:sldMk cId="0" sldId="306"/>
            <ac:spMk id="21" creationId="{00000000-0000-0000-0000-000000000000}"/>
          </ac:spMkLst>
        </pc:spChg>
        <pc:spChg chg="del">
          <ac:chgData name="Alfredo Antonio Diaz Claros" userId="99801c48-2aa5-4e25-be5d-bba7d0b1279a" providerId="ADAL" clId="{4160333E-AB3C-4253-8BA2-89138CC77C0E}" dt="2026-08-19T21:33:53.296" v="69" actId="478"/>
          <ac:spMkLst>
            <pc:docMk/>
            <pc:sldMk cId="0" sldId="306"/>
            <ac:spMk id="22" creationId="{00000000-0000-0000-0000-000000000000}"/>
          </ac:spMkLst>
        </pc:spChg>
        <pc:spChg chg="del">
          <ac:chgData name="Alfredo Antonio Diaz Claros" userId="99801c48-2aa5-4e25-be5d-bba7d0b1279a" providerId="ADAL" clId="{4160333E-AB3C-4253-8BA2-89138CC77C0E}" dt="2026-08-19T21:39:59.764" v="83" actId="478"/>
          <ac:spMkLst>
            <pc:docMk/>
            <pc:sldMk cId="0" sldId="306"/>
            <ac:spMk id="24" creationId="{00000000-0000-0000-0000-000000000000}"/>
          </ac:spMkLst>
        </pc:spChg>
        <pc:spChg chg="del">
          <ac:chgData name="Alfredo Antonio Diaz Claros" userId="99801c48-2aa5-4e25-be5d-bba7d0b1279a" providerId="ADAL" clId="{4160333E-AB3C-4253-8BA2-89138CC77C0E}" dt="2026-08-19T21:39:59.764" v="83" actId="478"/>
          <ac:spMkLst>
            <pc:docMk/>
            <pc:sldMk cId="0" sldId="306"/>
            <ac:spMk id="25" creationId="{00000000-0000-0000-0000-000000000000}"/>
          </ac:spMkLst>
        </pc:spChg>
        <pc:spChg chg="del">
          <ac:chgData name="Alfredo Antonio Diaz Claros" userId="99801c48-2aa5-4e25-be5d-bba7d0b1279a" providerId="ADAL" clId="{4160333E-AB3C-4253-8BA2-89138CC77C0E}" dt="2026-08-19T21:39:59.764" v="83" actId="478"/>
          <ac:spMkLst>
            <pc:docMk/>
            <pc:sldMk cId="0" sldId="306"/>
            <ac:spMk id="26" creationId="{00000000-0000-0000-0000-000000000000}"/>
          </ac:spMkLst>
        </pc:spChg>
        <pc:spChg chg="del">
          <ac:chgData name="Alfredo Antonio Diaz Claros" userId="99801c48-2aa5-4e25-be5d-bba7d0b1279a" providerId="ADAL" clId="{4160333E-AB3C-4253-8BA2-89138CC77C0E}" dt="2026-08-19T21:40:03.137" v="84" actId="478"/>
          <ac:spMkLst>
            <pc:docMk/>
            <pc:sldMk cId="0" sldId="306"/>
            <ac:spMk id="27" creationId="{00000000-0000-0000-0000-000000000000}"/>
          </ac:spMkLst>
        </pc:spChg>
        <pc:spChg chg="del">
          <ac:chgData name="Alfredo Antonio Diaz Claros" userId="99801c48-2aa5-4e25-be5d-bba7d0b1279a" providerId="ADAL" clId="{4160333E-AB3C-4253-8BA2-89138CC77C0E}" dt="2026-08-19T21:39:59.764" v="83" actId="478"/>
          <ac:spMkLst>
            <pc:docMk/>
            <pc:sldMk cId="0" sldId="306"/>
            <ac:spMk id="28" creationId="{00000000-0000-0000-0000-000000000000}"/>
          </ac:spMkLst>
        </pc:spChg>
        <pc:spChg chg="del">
          <ac:chgData name="Alfredo Antonio Diaz Claros" userId="99801c48-2aa5-4e25-be5d-bba7d0b1279a" providerId="ADAL" clId="{4160333E-AB3C-4253-8BA2-89138CC77C0E}" dt="2026-08-19T21:39:59.764" v="83" actId="478"/>
          <ac:spMkLst>
            <pc:docMk/>
            <pc:sldMk cId="0" sldId="306"/>
            <ac:spMk id="29" creationId="{00000000-0000-0000-0000-000000000000}"/>
          </ac:spMkLst>
        </pc:spChg>
        <pc:spChg chg="del">
          <ac:chgData name="Alfredo Antonio Diaz Claros" userId="99801c48-2aa5-4e25-be5d-bba7d0b1279a" providerId="ADAL" clId="{4160333E-AB3C-4253-8BA2-89138CC77C0E}" dt="2026-08-19T21:39:59.764" v="83" actId="478"/>
          <ac:spMkLst>
            <pc:docMk/>
            <pc:sldMk cId="0" sldId="306"/>
            <ac:spMk id="30" creationId="{00000000-0000-0000-0000-000000000000}"/>
          </ac:spMkLst>
        </pc:spChg>
        <pc:spChg chg="del mod">
          <ac:chgData name="Alfredo Antonio Diaz Claros" userId="99801c48-2aa5-4e25-be5d-bba7d0b1279a" providerId="ADAL" clId="{4160333E-AB3C-4253-8BA2-89138CC77C0E}" dt="2026-08-19T21:41:24.611" v="101" actId="478"/>
          <ac:spMkLst>
            <pc:docMk/>
            <pc:sldMk cId="0" sldId="306"/>
            <ac:spMk id="32" creationId="{00000000-0000-0000-0000-000000000000}"/>
          </ac:spMkLst>
        </pc:spChg>
        <pc:spChg chg="del mod">
          <ac:chgData name="Alfredo Antonio Diaz Claros" userId="99801c48-2aa5-4e25-be5d-bba7d0b1279a" providerId="ADAL" clId="{4160333E-AB3C-4253-8BA2-89138CC77C0E}" dt="2026-08-19T21:41:24.611" v="101" actId="478"/>
          <ac:spMkLst>
            <pc:docMk/>
            <pc:sldMk cId="0" sldId="306"/>
            <ac:spMk id="33" creationId="{00000000-0000-0000-0000-000000000000}"/>
          </ac:spMkLst>
        </pc:spChg>
        <pc:spChg chg="del mod">
          <ac:chgData name="Alfredo Antonio Diaz Claros" userId="99801c48-2aa5-4e25-be5d-bba7d0b1279a" providerId="ADAL" clId="{4160333E-AB3C-4253-8BA2-89138CC77C0E}" dt="2026-08-19T21:41:24.611" v="101" actId="478"/>
          <ac:spMkLst>
            <pc:docMk/>
            <pc:sldMk cId="0" sldId="306"/>
            <ac:spMk id="34" creationId="{00000000-0000-0000-0000-000000000000}"/>
          </ac:spMkLst>
        </pc:spChg>
        <pc:spChg chg="del mod">
          <ac:chgData name="Alfredo Antonio Diaz Claros" userId="99801c48-2aa5-4e25-be5d-bba7d0b1279a" providerId="ADAL" clId="{4160333E-AB3C-4253-8BA2-89138CC77C0E}" dt="2026-08-19T21:41:24.611" v="101" actId="478"/>
          <ac:spMkLst>
            <pc:docMk/>
            <pc:sldMk cId="0" sldId="306"/>
            <ac:spMk id="35" creationId="{00000000-0000-0000-0000-000000000000}"/>
          </ac:spMkLst>
        </pc:spChg>
        <pc:spChg chg="add mod">
          <ac:chgData name="Alfredo Antonio Diaz Claros" userId="99801c48-2aa5-4e25-be5d-bba7d0b1279a" providerId="ADAL" clId="{4160333E-AB3C-4253-8BA2-89138CC77C0E}" dt="2026-08-19T21:40:34.379" v="96" actId="1076"/>
          <ac:spMkLst>
            <pc:docMk/>
            <pc:sldMk cId="0" sldId="306"/>
            <ac:spMk id="37" creationId="{6C866DAE-1DDF-DA58-ECA5-17AEB1A98973}"/>
          </ac:spMkLst>
        </pc:spChg>
        <pc:spChg chg="add mod">
          <ac:chgData name="Alfredo Antonio Diaz Claros" userId="99801c48-2aa5-4e25-be5d-bba7d0b1279a" providerId="ADAL" clId="{4160333E-AB3C-4253-8BA2-89138CC77C0E}" dt="2026-08-19T21:40:34.379" v="96" actId="1076"/>
          <ac:spMkLst>
            <pc:docMk/>
            <pc:sldMk cId="0" sldId="306"/>
            <ac:spMk id="39" creationId="{E826A77B-B1DA-2363-E787-E45B965FFE80}"/>
          </ac:spMkLst>
        </pc:spChg>
        <pc:spChg chg="add mod">
          <ac:chgData name="Alfredo Antonio Diaz Claros" userId="99801c48-2aa5-4e25-be5d-bba7d0b1279a" providerId="ADAL" clId="{4160333E-AB3C-4253-8BA2-89138CC77C0E}" dt="2026-08-19T21:41:42.914" v="111" actId="1076"/>
          <ac:spMkLst>
            <pc:docMk/>
            <pc:sldMk cId="0" sldId="306"/>
            <ac:spMk id="41" creationId="{08FBB437-E101-6277-7F9D-526D3D7CB5FE}"/>
          </ac:spMkLst>
        </pc:spChg>
        <pc:picChg chg="mod">
          <ac:chgData name="Alfredo Antonio Diaz Claros" userId="99801c48-2aa5-4e25-be5d-bba7d0b1279a" providerId="ADAL" clId="{4160333E-AB3C-4253-8BA2-89138CC77C0E}" dt="2026-08-19T21:40:49.529" v="99" actId="14100"/>
          <ac:picMkLst>
            <pc:docMk/>
            <pc:sldMk cId="0" sldId="306"/>
            <ac:picMk id="3" creationId="{00000000-0000-0000-0000-000000000000}"/>
          </ac:picMkLst>
        </pc:picChg>
        <pc:picChg chg="mod">
          <ac:chgData name="Alfredo Antonio Diaz Claros" userId="99801c48-2aa5-4e25-be5d-bba7d0b1279a" providerId="ADAL" clId="{4160333E-AB3C-4253-8BA2-89138CC77C0E}" dt="2026-08-19T21:41:20.010" v="100" actId="1076"/>
          <ac:picMkLst>
            <pc:docMk/>
            <pc:sldMk cId="0" sldId="306"/>
            <ac:picMk id="4" creationId="{00000000-0000-0000-0000-000000000000}"/>
          </ac:picMkLst>
        </pc:picChg>
        <pc:picChg chg="mod">
          <ac:chgData name="Alfredo Antonio Diaz Claros" userId="99801c48-2aa5-4e25-be5d-bba7d0b1279a" providerId="ADAL" clId="{4160333E-AB3C-4253-8BA2-89138CC77C0E}" dt="2026-08-19T21:40:38.211" v="97" actId="14100"/>
          <ac:picMkLst>
            <pc:docMk/>
            <pc:sldMk cId="0" sldId="306"/>
            <ac:picMk id="5" creationId="{00000000-0000-0000-0000-000000000000}"/>
          </ac:picMkLst>
        </pc:picChg>
        <pc:picChg chg="mod">
          <ac:chgData name="Alfredo Antonio Diaz Claros" userId="99801c48-2aa5-4e25-be5d-bba7d0b1279a" providerId="ADAL" clId="{4160333E-AB3C-4253-8BA2-89138CC77C0E}" dt="2026-08-19T21:40:38.211" v="97" actId="14100"/>
          <ac:picMkLst>
            <pc:docMk/>
            <pc:sldMk cId="0" sldId="306"/>
            <ac:picMk id="6" creationId="{00000000-0000-0000-0000-000000000000}"/>
          </ac:picMkLst>
        </pc:picChg>
        <pc:picChg chg="mod">
          <ac:chgData name="Alfredo Antonio Diaz Claros" userId="99801c48-2aa5-4e25-be5d-bba7d0b1279a" providerId="ADAL" clId="{4160333E-AB3C-4253-8BA2-89138CC77C0E}" dt="2026-08-19T21:40:38.211" v="97" actId="14100"/>
          <ac:picMkLst>
            <pc:docMk/>
            <pc:sldMk cId="0" sldId="306"/>
            <ac:picMk id="7" creationId="{00000000-0000-0000-0000-000000000000}"/>
          </ac:picMkLst>
        </pc:picChg>
        <pc:picChg chg="mod">
          <ac:chgData name="Alfredo Antonio Diaz Claros" userId="99801c48-2aa5-4e25-be5d-bba7d0b1279a" providerId="ADAL" clId="{4160333E-AB3C-4253-8BA2-89138CC77C0E}" dt="2026-08-19T21:41:27.186" v="102" actId="14100"/>
          <ac:picMkLst>
            <pc:docMk/>
            <pc:sldMk cId="0" sldId="306"/>
            <ac:picMk id="8" creationId="{00000000-0000-0000-0000-000000000000}"/>
          </ac:picMkLst>
        </pc:picChg>
        <pc:picChg chg="mod">
          <ac:chgData name="Alfredo Antonio Diaz Claros" userId="99801c48-2aa5-4e25-be5d-bba7d0b1279a" providerId="ADAL" clId="{4160333E-AB3C-4253-8BA2-89138CC77C0E}" dt="2026-08-19T21:40:38.211" v="97" actId="14100"/>
          <ac:picMkLst>
            <pc:docMk/>
            <pc:sldMk cId="0" sldId="306"/>
            <ac:picMk id="9" creationId="{00000000-0000-0000-0000-000000000000}"/>
          </ac:picMkLst>
        </pc:picChg>
        <pc:picChg chg="mod">
          <ac:chgData name="Alfredo Antonio Diaz Claros" userId="99801c48-2aa5-4e25-be5d-bba7d0b1279a" providerId="ADAL" clId="{4160333E-AB3C-4253-8BA2-89138CC77C0E}" dt="2026-08-19T21:40:38.211" v="97" actId="14100"/>
          <ac:picMkLst>
            <pc:docMk/>
            <pc:sldMk cId="0" sldId="306"/>
            <ac:picMk id="15" creationId="{00000000-0000-0000-0000-000000000000}"/>
          </ac:picMkLst>
        </pc:picChg>
        <pc:picChg chg="mod">
          <ac:chgData name="Alfredo Antonio Diaz Claros" userId="99801c48-2aa5-4e25-be5d-bba7d0b1279a" providerId="ADAL" clId="{4160333E-AB3C-4253-8BA2-89138CC77C0E}" dt="2026-08-19T21:40:38.211" v="97" actId="14100"/>
          <ac:picMkLst>
            <pc:docMk/>
            <pc:sldMk cId="0" sldId="306"/>
            <ac:picMk id="23" creationId="{00000000-0000-0000-0000-000000000000}"/>
          </ac:picMkLst>
        </pc:picChg>
        <pc:picChg chg="mod">
          <ac:chgData name="Alfredo Antonio Diaz Claros" userId="99801c48-2aa5-4e25-be5d-bba7d0b1279a" providerId="ADAL" clId="{4160333E-AB3C-4253-8BA2-89138CC77C0E}" dt="2026-08-19T21:40:38.211" v="97" actId="14100"/>
          <ac:picMkLst>
            <pc:docMk/>
            <pc:sldMk cId="0" sldId="306"/>
            <ac:picMk id="31" creationId="{00000000-0000-0000-0000-000000000000}"/>
          </ac:picMkLst>
        </pc:picChg>
      </pc:sldChg>
      <pc:sldChg chg="del">
        <pc:chgData name="Alfredo Antonio Diaz Claros" userId="99801c48-2aa5-4e25-be5d-bba7d0b1279a" providerId="ADAL" clId="{4160333E-AB3C-4253-8BA2-89138CC77C0E}" dt="2026-08-19T21:45:12.888" v="112" actId="47"/>
        <pc:sldMkLst>
          <pc:docMk/>
          <pc:sldMk cId="0" sldId="307"/>
        </pc:sldMkLst>
      </pc:sldChg>
      <pc:sldChg chg="addSp modSp mod">
        <pc:chgData name="Alfredo Antonio Diaz Claros" userId="99801c48-2aa5-4e25-be5d-bba7d0b1279a" providerId="ADAL" clId="{4160333E-AB3C-4253-8BA2-89138CC77C0E}" dt="2026-08-19T22:35:42.688" v="150" actId="14100"/>
        <pc:sldMkLst>
          <pc:docMk/>
          <pc:sldMk cId="0" sldId="308"/>
        </pc:sldMkLst>
        <pc:spChg chg="add mod">
          <ac:chgData name="Alfredo Antonio Diaz Claros" userId="99801c48-2aa5-4e25-be5d-bba7d0b1279a" providerId="ADAL" clId="{4160333E-AB3C-4253-8BA2-89138CC77C0E}" dt="2026-08-19T22:35:39.695" v="149" actId="1076"/>
          <ac:spMkLst>
            <pc:docMk/>
            <pc:sldMk cId="0" sldId="308"/>
            <ac:spMk id="13" creationId="{0AFE1DDF-B997-CDC6-E557-3275886F18B9}"/>
          </ac:spMkLst>
        </pc:spChg>
        <pc:picChg chg="add mod">
          <ac:chgData name="Alfredo Antonio Diaz Claros" userId="99801c48-2aa5-4e25-be5d-bba7d0b1279a" providerId="ADAL" clId="{4160333E-AB3C-4253-8BA2-89138CC77C0E}" dt="2026-08-19T22:35:42.688" v="150" actId="14100"/>
          <ac:picMkLst>
            <pc:docMk/>
            <pc:sldMk cId="0" sldId="308"/>
            <ac:picMk id="3" creationId="{DC37AB02-40EF-C017-85CC-C5A3D68E234F}"/>
          </ac:picMkLst>
        </pc:picChg>
      </pc:sldChg>
    </pc:docChg>
  </pc:docChgLst>
  <pc:docChgLst>
    <pc:chgData name="SAMUEL HERNANDEZ OLAVE" userId="S::shernandez465@o365.unab.edu.co::f2846852-b92e-4397-8d61-c82991bda534" providerId="AD" clId="Web-{A1B3A27E-477E-DCE7-5248-2EF4EE5B2E98}"/>
    <pc:docChg chg="modSld">
      <pc:chgData name="SAMUEL HERNANDEZ OLAVE" userId="S::shernandez465@o365.unab.edu.co::f2846852-b92e-4397-8d61-c82991bda534" providerId="AD" clId="Web-{A1B3A27E-477E-DCE7-5248-2EF4EE5B2E98}" dt="2026-08-13T22:24:08.103" v="4" actId="20577"/>
      <pc:docMkLst>
        <pc:docMk/>
      </pc:docMkLst>
      <pc:sldChg chg="modSp">
        <pc:chgData name="SAMUEL HERNANDEZ OLAVE" userId="S::shernandez465@o365.unab.edu.co::f2846852-b92e-4397-8d61-c82991bda534" providerId="AD" clId="Web-{A1B3A27E-477E-DCE7-5248-2EF4EE5B2E98}" dt="2026-08-13T21:40:07.910" v="1" actId="1076"/>
        <pc:sldMkLst>
          <pc:docMk/>
          <pc:sldMk cId="0" sldId="257"/>
        </pc:sldMkLst>
        <pc:spChg chg="mod">
          <ac:chgData name="SAMUEL HERNANDEZ OLAVE" userId="S::shernandez465@o365.unab.edu.co::f2846852-b92e-4397-8d61-c82991bda534" providerId="AD" clId="Web-{A1B3A27E-477E-DCE7-5248-2EF4EE5B2E98}" dt="2026-08-13T21:40:07.910" v="1" actId="1076"/>
          <ac:spMkLst>
            <pc:docMk/>
            <pc:sldMk cId="0" sldId="257"/>
            <ac:spMk id="17" creationId="{00000000-0000-0000-0000-000000000000}"/>
          </ac:spMkLst>
        </pc:spChg>
      </pc:sldChg>
      <pc:sldChg chg="modSp">
        <pc:chgData name="SAMUEL HERNANDEZ OLAVE" userId="S::shernandez465@o365.unab.edu.co::f2846852-b92e-4397-8d61-c82991bda534" providerId="AD" clId="Web-{A1B3A27E-477E-DCE7-5248-2EF4EE5B2E98}" dt="2026-08-13T22:24:08.103" v="4" actId="20577"/>
        <pc:sldMkLst>
          <pc:docMk/>
          <pc:sldMk cId="0" sldId="262"/>
        </pc:sldMkLst>
        <pc:spChg chg="mod">
          <ac:chgData name="SAMUEL HERNANDEZ OLAVE" userId="S::shernandez465@o365.unab.edu.co::f2846852-b92e-4397-8d61-c82991bda534" providerId="AD" clId="Web-{A1B3A27E-477E-DCE7-5248-2EF4EE5B2E98}" dt="2026-08-13T22:24:08.103" v="4" actId="20577"/>
          <ac:spMkLst>
            <pc:docMk/>
            <pc:sldMk cId="0" sldId="262"/>
            <ac:spMk id="11" creationId="{00000000-0000-0000-0000-000000000000}"/>
          </ac:spMkLst>
        </pc:spChg>
      </pc:sldChg>
    </pc:docChg>
  </pc:docChgLst>
  <pc:docChgLst>
    <pc:chgData name="Alfredo Antonio Diaz Claros" userId="S::adiaz@o365.unab.edu.co::99801c48-2aa5-4e25-be5d-bba7d0b1279a" providerId="AD" clId="Web-{165AF4C9-A955-BCF4-B631-1A05604DE77D}"/>
    <pc:docChg chg="modSld">
      <pc:chgData name="Alfredo Antonio Diaz Claros" userId="S::adiaz@o365.unab.edu.co::99801c48-2aa5-4e25-be5d-bba7d0b1279a" providerId="AD" clId="Web-{165AF4C9-A955-BCF4-B631-1A05604DE77D}" dt="2026-08-19T19:11:57.680" v="28" actId="1076"/>
      <pc:docMkLst>
        <pc:docMk/>
      </pc:docMkLst>
      <pc:sldChg chg="modSp">
        <pc:chgData name="Alfredo Antonio Diaz Claros" userId="S::adiaz@o365.unab.edu.co::99801c48-2aa5-4e25-be5d-bba7d0b1279a" providerId="AD" clId="Web-{165AF4C9-A955-BCF4-B631-1A05604DE77D}" dt="2026-08-19T19:11:04.665" v="1" actId="1076"/>
        <pc:sldMkLst>
          <pc:docMk/>
          <pc:sldMk cId="0" sldId="289"/>
        </pc:sldMkLst>
        <pc:spChg chg="mod">
          <ac:chgData name="Alfredo Antonio Diaz Claros" userId="S::adiaz@o365.unab.edu.co::99801c48-2aa5-4e25-be5d-bba7d0b1279a" providerId="AD" clId="Web-{165AF4C9-A955-BCF4-B631-1A05604DE77D}" dt="2026-08-19T19:11:04.665" v="1" actId="1076"/>
          <ac:spMkLst>
            <pc:docMk/>
            <pc:sldMk cId="0" sldId="289"/>
            <ac:spMk id="4" creationId="{00000000-0000-0000-0000-000000000000}"/>
          </ac:spMkLst>
        </pc:spChg>
      </pc:sldChg>
      <pc:sldChg chg="modSp">
        <pc:chgData name="Alfredo Antonio Diaz Claros" userId="S::adiaz@o365.unab.edu.co::99801c48-2aa5-4e25-be5d-bba7d0b1279a" providerId="AD" clId="Web-{165AF4C9-A955-BCF4-B631-1A05604DE77D}" dt="2026-08-19T19:11:19.618" v="3" actId="1076"/>
        <pc:sldMkLst>
          <pc:docMk/>
          <pc:sldMk cId="0" sldId="293"/>
        </pc:sldMkLst>
        <pc:spChg chg="mod">
          <ac:chgData name="Alfredo Antonio Diaz Claros" userId="S::adiaz@o365.unab.edu.co::99801c48-2aa5-4e25-be5d-bba7d0b1279a" providerId="AD" clId="Web-{165AF4C9-A955-BCF4-B631-1A05604DE77D}" dt="2026-08-19T19:11:17.165" v="2" actId="1076"/>
          <ac:spMkLst>
            <pc:docMk/>
            <pc:sldMk cId="0" sldId="293"/>
            <ac:spMk id="4" creationId="{00000000-0000-0000-0000-000000000000}"/>
          </ac:spMkLst>
        </pc:spChg>
        <pc:spChg chg="mod">
          <ac:chgData name="Alfredo Antonio Diaz Claros" userId="S::adiaz@o365.unab.edu.co::99801c48-2aa5-4e25-be5d-bba7d0b1279a" providerId="AD" clId="Web-{165AF4C9-A955-BCF4-B631-1A05604DE77D}" dt="2026-08-19T19:11:19.618" v="3" actId="1076"/>
          <ac:spMkLst>
            <pc:docMk/>
            <pc:sldMk cId="0" sldId="293"/>
            <ac:spMk id="5" creationId="{00000000-0000-0000-0000-000000000000}"/>
          </ac:spMkLst>
        </pc:spChg>
      </pc:sldChg>
      <pc:sldChg chg="modSp">
        <pc:chgData name="Alfredo Antonio Diaz Claros" userId="S::adiaz@o365.unab.edu.co::99801c48-2aa5-4e25-be5d-bba7d0b1279a" providerId="AD" clId="Web-{165AF4C9-A955-BCF4-B631-1A05604DE77D}" dt="2026-08-19T19:11:57.680" v="28" actId="1076"/>
        <pc:sldMkLst>
          <pc:docMk/>
          <pc:sldMk cId="0" sldId="296"/>
        </pc:sldMkLst>
        <pc:spChg chg="mod">
          <ac:chgData name="Alfredo Antonio Diaz Claros" userId="S::adiaz@o365.unab.edu.co::99801c48-2aa5-4e25-be5d-bba7d0b1279a" providerId="AD" clId="Web-{165AF4C9-A955-BCF4-B631-1A05604DE77D}" dt="2026-08-19T19:11:54.024" v="14" actId="1076"/>
          <ac:spMkLst>
            <pc:docMk/>
            <pc:sldMk cId="0" sldId="296"/>
            <ac:spMk id="4" creationId="{00000000-0000-0000-0000-000000000000}"/>
          </ac:spMkLst>
        </pc:spChg>
        <pc:spChg chg="mod">
          <ac:chgData name="Alfredo Antonio Diaz Claros" userId="S::adiaz@o365.unab.edu.co::99801c48-2aa5-4e25-be5d-bba7d0b1279a" providerId="AD" clId="Web-{165AF4C9-A955-BCF4-B631-1A05604DE77D}" dt="2026-08-19T19:11:57.618" v="22" actId="1076"/>
          <ac:spMkLst>
            <pc:docMk/>
            <pc:sldMk cId="0" sldId="296"/>
            <ac:spMk id="5" creationId="{00000000-0000-0000-0000-000000000000}"/>
          </ac:spMkLst>
        </pc:spChg>
        <pc:spChg chg="mod">
          <ac:chgData name="Alfredo Antonio Diaz Claros" userId="S::adiaz@o365.unab.edu.co::99801c48-2aa5-4e25-be5d-bba7d0b1279a" providerId="AD" clId="Web-{165AF4C9-A955-BCF4-B631-1A05604DE77D}" dt="2026-08-19T19:11:57.633" v="23" actId="1076"/>
          <ac:spMkLst>
            <pc:docMk/>
            <pc:sldMk cId="0" sldId="296"/>
            <ac:spMk id="6" creationId="{00000000-0000-0000-0000-000000000000}"/>
          </ac:spMkLst>
        </pc:spChg>
        <pc:spChg chg="mod">
          <ac:chgData name="Alfredo Antonio Diaz Claros" userId="S::adiaz@o365.unab.edu.co::99801c48-2aa5-4e25-be5d-bba7d0b1279a" providerId="AD" clId="Web-{165AF4C9-A955-BCF4-B631-1A05604DE77D}" dt="2026-08-19T19:11:57.633" v="24" actId="1076"/>
          <ac:spMkLst>
            <pc:docMk/>
            <pc:sldMk cId="0" sldId="296"/>
            <ac:spMk id="7" creationId="{00000000-0000-0000-0000-000000000000}"/>
          </ac:spMkLst>
        </pc:spChg>
        <pc:spChg chg="mod">
          <ac:chgData name="Alfredo Antonio Diaz Claros" userId="S::adiaz@o365.unab.edu.co::99801c48-2aa5-4e25-be5d-bba7d0b1279a" providerId="AD" clId="Web-{165AF4C9-A955-BCF4-B631-1A05604DE77D}" dt="2026-08-19T19:11:57.649" v="25" actId="1076"/>
          <ac:spMkLst>
            <pc:docMk/>
            <pc:sldMk cId="0" sldId="296"/>
            <ac:spMk id="8" creationId="{00000000-0000-0000-0000-000000000000}"/>
          </ac:spMkLst>
        </pc:spChg>
        <pc:spChg chg="mod">
          <ac:chgData name="Alfredo Antonio Diaz Claros" userId="S::adiaz@o365.unab.edu.co::99801c48-2aa5-4e25-be5d-bba7d0b1279a" providerId="AD" clId="Web-{165AF4C9-A955-BCF4-B631-1A05604DE77D}" dt="2026-08-19T19:11:57.665" v="26" actId="1076"/>
          <ac:spMkLst>
            <pc:docMk/>
            <pc:sldMk cId="0" sldId="296"/>
            <ac:spMk id="9" creationId="{00000000-0000-0000-0000-000000000000}"/>
          </ac:spMkLst>
        </pc:spChg>
        <pc:spChg chg="mod">
          <ac:chgData name="Alfredo Antonio Diaz Claros" userId="S::adiaz@o365.unab.edu.co::99801c48-2aa5-4e25-be5d-bba7d0b1279a" providerId="AD" clId="Web-{165AF4C9-A955-BCF4-B631-1A05604DE77D}" dt="2026-08-19T19:11:57.665" v="27" actId="1076"/>
          <ac:spMkLst>
            <pc:docMk/>
            <pc:sldMk cId="0" sldId="296"/>
            <ac:spMk id="10" creationId="{00000000-0000-0000-0000-000000000000}"/>
          </ac:spMkLst>
        </pc:spChg>
        <pc:spChg chg="mod">
          <ac:chgData name="Alfredo Antonio Diaz Claros" userId="S::adiaz@o365.unab.edu.co::99801c48-2aa5-4e25-be5d-bba7d0b1279a" providerId="AD" clId="Web-{165AF4C9-A955-BCF4-B631-1A05604DE77D}" dt="2026-08-19T19:11:57.680" v="28" actId="1076"/>
          <ac:spMkLst>
            <pc:docMk/>
            <pc:sldMk cId="0" sldId="296"/>
            <ac:spMk id="11" creationId="{00000000-0000-0000-0000-000000000000}"/>
          </ac:spMkLst>
        </pc:spChg>
        <pc:spChg chg="mod">
          <ac:chgData name="Alfredo Antonio Diaz Claros" userId="S::adiaz@o365.unab.edu.co::99801c48-2aa5-4e25-be5d-bba7d0b1279a" providerId="AD" clId="Web-{165AF4C9-A955-BCF4-B631-1A05604DE77D}" dt="2026-08-19T19:11:45.290" v="13" actId="1076"/>
          <ac:spMkLst>
            <pc:docMk/>
            <pc:sldMk cId="0" sldId="296"/>
            <ac:spMk id="12" creationId="{00000000-0000-0000-0000-000000000000}"/>
          </ac:spMkLst>
        </pc:spChg>
      </pc:sldChg>
      <pc:sldChg chg="modSp">
        <pc:chgData name="Alfredo Antonio Diaz Claros" userId="S::adiaz@o365.unab.edu.co::99801c48-2aa5-4e25-be5d-bba7d0b1279a" providerId="AD" clId="Web-{165AF4C9-A955-BCF4-B631-1A05604DE77D}" dt="2026-08-19T19:10:45.180" v="0" actId="1076"/>
        <pc:sldMkLst>
          <pc:docMk/>
          <pc:sldMk cId="0" sldId="305"/>
        </pc:sldMkLst>
        <pc:spChg chg="mod">
          <ac:chgData name="Alfredo Antonio Diaz Claros" userId="S::adiaz@o365.unab.edu.co::99801c48-2aa5-4e25-be5d-bba7d0b1279a" providerId="AD" clId="Web-{165AF4C9-A955-BCF4-B631-1A05604DE77D}" dt="2026-08-19T19:10:45.180" v="0" actId="1076"/>
          <ac:spMkLst>
            <pc:docMk/>
            <pc:sldMk cId="0" sldId="305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478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preserve="1" userDrawn="1">
  <p:cSld name="Imagen con título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8193470-8208-803F-83AD-525A59619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363999" cy="7001301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EFB05F47-B86C-3A4F-11DC-4F88A0C95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472" y="1378733"/>
            <a:ext cx="6871526" cy="2121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00000"/>
              </a:lnSpc>
              <a:buClr>
                <a:srgbClr val="000000"/>
              </a:buClr>
              <a:buSzPts val="8000"/>
              <a:buFont typeface="Arial"/>
            </a:pPr>
            <a:endParaRPr lang="es-CO" sz="8000" b="1">
              <a:solidFill>
                <a:srgbClr val="9200EE"/>
              </a:solidFill>
              <a:latin typeface="Open Sans"/>
              <a:ea typeface="Open Sans"/>
              <a:cs typeface="Open San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43622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preserve="1" userDrawn="1">
  <p:cSld name="Título y texto vertical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6390957B-FA3F-6564-F375-C86531F9910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52330"/>
            <a:ext cx="12327398" cy="7039984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D2124112-1D4A-94BD-C630-E28EAA6F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52" y="2278331"/>
            <a:ext cx="6251916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00000"/>
              </a:lnSpc>
              <a:buClr>
                <a:srgbClr val="000000"/>
              </a:buClr>
              <a:buSzPts val="8000"/>
              <a:buFont typeface="Arial"/>
            </a:pPr>
            <a:endParaRPr lang="es-CO" sz="8000" b="1">
              <a:solidFill>
                <a:srgbClr val="9200EE"/>
              </a:solidFill>
              <a:latin typeface="Open Sans"/>
              <a:ea typeface="Open Sans"/>
              <a:cs typeface="Open San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05498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preserve="1" userDrawn="1">
  <p:cSld name="1_Título y texto vertical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D2124112-1D4A-94BD-C630-E28EAA6F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52" y="2278331"/>
            <a:ext cx="6251916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00000"/>
              </a:lnSpc>
              <a:buClr>
                <a:srgbClr val="000000"/>
              </a:buClr>
              <a:buSzPts val="8000"/>
              <a:buFont typeface="Arial"/>
            </a:pPr>
            <a:endParaRPr lang="es-CO" sz="8000" b="1">
              <a:solidFill>
                <a:srgbClr val="9200EE"/>
              </a:solidFill>
              <a:latin typeface="Open Sans"/>
              <a:ea typeface="Open Sans"/>
              <a:cs typeface="Open Sans"/>
              <a:sym typeface="Arial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4BDA1E8-E8B2-CDA2-99FC-2B9F1F6AAEC0}"/>
              </a:ext>
            </a:extLst>
          </p:cNvPr>
          <p:cNvSpPr/>
          <p:nvPr userDrawn="1"/>
        </p:nvSpPr>
        <p:spPr>
          <a:xfrm>
            <a:off x="-106413" y="35047"/>
            <a:ext cx="12192000" cy="6858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grpSp>
        <p:nvGrpSpPr>
          <p:cNvPr id="5" name="Google Shape;175;p20">
            <a:extLst>
              <a:ext uri="{FF2B5EF4-FFF2-40B4-BE49-F238E27FC236}">
                <a16:creationId xmlns:a16="http://schemas.microsoft.com/office/drawing/2014/main" id="{E52AE92F-85E8-4DAD-CDB3-4A81857511EE}"/>
              </a:ext>
            </a:extLst>
          </p:cNvPr>
          <p:cNvGrpSpPr/>
          <p:nvPr userDrawn="1"/>
        </p:nvGrpSpPr>
        <p:grpSpPr>
          <a:xfrm>
            <a:off x="7417868" y="-232241"/>
            <a:ext cx="4955403" cy="1377256"/>
            <a:chOff x="0" y="0"/>
            <a:chExt cx="2176125" cy="1599059"/>
          </a:xfrm>
          <a:solidFill>
            <a:srgbClr val="9200EE"/>
          </a:solidFill>
        </p:grpSpPr>
        <p:sp>
          <p:nvSpPr>
            <p:cNvPr id="6" name="Google Shape;176;p20">
              <a:extLst>
                <a:ext uri="{FF2B5EF4-FFF2-40B4-BE49-F238E27FC236}">
                  <a16:creationId xmlns:a16="http://schemas.microsoft.com/office/drawing/2014/main" id="{A8DB2B84-181E-7E81-DBA0-9ADAFF0B9E8F}"/>
                </a:ext>
              </a:extLst>
            </p:cNvPr>
            <p:cNvSpPr/>
            <p:nvPr/>
          </p:nvSpPr>
          <p:spPr>
            <a:xfrm>
              <a:off x="0" y="0"/>
              <a:ext cx="2173205" cy="1463545"/>
            </a:xfrm>
            <a:custGeom>
              <a:avLst/>
              <a:gdLst/>
              <a:ahLst/>
              <a:cxnLst/>
              <a:rect l="l" t="t" r="r" b="b"/>
              <a:pathLst>
                <a:path w="2173205" h="1463545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1463545"/>
                  </a:lnTo>
                  <a:lnTo>
                    <a:pt x="0" y="146354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177;p20">
              <a:extLst>
                <a:ext uri="{FF2B5EF4-FFF2-40B4-BE49-F238E27FC236}">
                  <a16:creationId xmlns:a16="http://schemas.microsoft.com/office/drawing/2014/main" id="{F177383D-13E2-3FE6-824C-86F67DB03C6E}"/>
                </a:ext>
              </a:extLst>
            </p:cNvPr>
            <p:cNvSpPr txBox="1"/>
            <p:nvPr/>
          </p:nvSpPr>
          <p:spPr>
            <a:xfrm>
              <a:off x="2920" y="68839"/>
              <a:ext cx="2173205" cy="153022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" name="Google Shape;178;p20">
            <a:extLst>
              <a:ext uri="{FF2B5EF4-FFF2-40B4-BE49-F238E27FC236}">
                <a16:creationId xmlns:a16="http://schemas.microsoft.com/office/drawing/2014/main" id="{5D6635EA-08D9-B069-08F6-B05E928589FC}"/>
              </a:ext>
            </a:extLst>
          </p:cNvPr>
          <p:cNvGrpSpPr/>
          <p:nvPr userDrawn="1"/>
        </p:nvGrpSpPr>
        <p:grpSpPr>
          <a:xfrm>
            <a:off x="11099621" y="1334942"/>
            <a:ext cx="1682514" cy="5974483"/>
            <a:chOff x="0" y="-66675"/>
            <a:chExt cx="812800" cy="1715673"/>
          </a:xfrm>
          <a:solidFill>
            <a:srgbClr val="FFA502"/>
          </a:solidFill>
        </p:grpSpPr>
        <p:sp>
          <p:nvSpPr>
            <p:cNvPr id="9" name="Google Shape;179;p20">
              <a:extLst>
                <a:ext uri="{FF2B5EF4-FFF2-40B4-BE49-F238E27FC236}">
                  <a16:creationId xmlns:a16="http://schemas.microsoft.com/office/drawing/2014/main" id="{5C801856-5218-A5D9-D9FF-16BE7CB0749B}"/>
                </a:ext>
              </a:extLst>
            </p:cNvPr>
            <p:cNvSpPr/>
            <p:nvPr/>
          </p:nvSpPr>
          <p:spPr>
            <a:xfrm>
              <a:off x="0" y="0"/>
              <a:ext cx="812800" cy="1648998"/>
            </a:xfrm>
            <a:custGeom>
              <a:avLst/>
              <a:gdLst/>
              <a:ahLst/>
              <a:cxnLst/>
              <a:rect l="l" t="t" r="r" b="b"/>
              <a:pathLst>
                <a:path w="812800" h="1648998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1648998"/>
                  </a:lnTo>
                  <a:lnTo>
                    <a:pt x="0" y="16489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180;p20">
              <a:extLst>
                <a:ext uri="{FF2B5EF4-FFF2-40B4-BE49-F238E27FC236}">
                  <a16:creationId xmlns:a16="http://schemas.microsoft.com/office/drawing/2014/main" id="{8D5FE2F9-6C28-0C75-9A7C-ACABA8EBDCC3}"/>
                </a:ext>
              </a:extLst>
            </p:cNvPr>
            <p:cNvSpPr txBox="1"/>
            <p:nvPr/>
          </p:nvSpPr>
          <p:spPr>
            <a:xfrm>
              <a:off x="0" y="-66675"/>
              <a:ext cx="812800" cy="171567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Google Shape;181;p20">
            <a:extLst>
              <a:ext uri="{FF2B5EF4-FFF2-40B4-BE49-F238E27FC236}">
                <a16:creationId xmlns:a16="http://schemas.microsoft.com/office/drawing/2014/main" id="{D515A9B4-C7DB-DF10-D550-22271948FEDF}"/>
              </a:ext>
            </a:extLst>
          </p:cNvPr>
          <p:cNvSpPr/>
          <p:nvPr userDrawn="1"/>
        </p:nvSpPr>
        <p:spPr>
          <a:xfrm rot="16200000">
            <a:off x="6771765" y="3073573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82;p20">
            <a:extLst>
              <a:ext uri="{FF2B5EF4-FFF2-40B4-BE49-F238E27FC236}">
                <a16:creationId xmlns:a16="http://schemas.microsoft.com/office/drawing/2014/main" id="{854E4009-1498-F873-FFBD-CE08AD3FB721}"/>
              </a:ext>
            </a:extLst>
          </p:cNvPr>
          <p:cNvSpPr/>
          <p:nvPr userDrawn="1"/>
        </p:nvSpPr>
        <p:spPr>
          <a:xfrm>
            <a:off x="11256747" y="467907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49" y="0"/>
                </a:lnTo>
                <a:lnTo>
                  <a:pt x="831549" y="831550"/>
                </a:lnTo>
                <a:lnTo>
                  <a:pt x="0" y="83155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84;p20">
            <a:extLst>
              <a:ext uri="{FF2B5EF4-FFF2-40B4-BE49-F238E27FC236}">
                <a16:creationId xmlns:a16="http://schemas.microsoft.com/office/drawing/2014/main" id="{8614318F-D119-0DAB-78E2-E06124316CE6}"/>
              </a:ext>
            </a:extLst>
          </p:cNvPr>
          <p:cNvSpPr/>
          <p:nvPr userDrawn="1"/>
        </p:nvSpPr>
        <p:spPr>
          <a:xfrm>
            <a:off x="11516868" y="110453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85;p20">
            <a:extLst>
              <a:ext uri="{FF2B5EF4-FFF2-40B4-BE49-F238E27FC236}">
                <a16:creationId xmlns:a16="http://schemas.microsoft.com/office/drawing/2014/main" id="{B705A9D2-6054-C1E7-44ED-6AD08CC991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94858" y="3725018"/>
            <a:ext cx="6885275" cy="831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87;p20">
            <a:extLst>
              <a:ext uri="{FF2B5EF4-FFF2-40B4-BE49-F238E27FC236}">
                <a16:creationId xmlns:a16="http://schemas.microsoft.com/office/drawing/2014/main" id="{96FA608A-E2A1-E435-F138-DD8EDDF091CC}"/>
              </a:ext>
            </a:extLst>
          </p:cNvPr>
          <p:cNvSpPr/>
          <p:nvPr userDrawn="1"/>
        </p:nvSpPr>
        <p:spPr>
          <a:xfrm rot="5400000">
            <a:off x="11323182" y="1807608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807757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preserve="1" userDrawn="1">
  <p:cSld name="Título vertical y texto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062DF2C-BA0C-6216-EBB1-E7555E411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425396" cy="7053063"/>
          </a:xfrm>
          <a:prstGeom prst="rect">
            <a:avLst/>
          </a:prstGeom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E4C5C6CA-671E-8F3C-1B60-A6F0CA17E7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lnSpc>
                <a:spcPct val="100000"/>
              </a:lnSpc>
              <a:buClr>
                <a:srgbClr val="000000"/>
              </a:buClr>
              <a:buSzPts val="7300"/>
              <a:buFont typeface="Arial"/>
            </a:pPr>
            <a:endParaRPr lang="es-CO" sz="7300" b="1">
              <a:solidFill>
                <a:srgbClr val="9A00E1"/>
              </a:solidFill>
              <a:latin typeface="Open Sans"/>
              <a:ea typeface="Open Sans"/>
              <a:cs typeface="Open San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91418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preserve="1" userDrawn="1">
  <p:cSld name="Two Conten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113;p30">
            <a:extLst>
              <a:ext uri="{FF2B5EF4-FFF2-40B4-BE49-F238E27FC236}">
                <a16:creationId xmlns:a16="http://schemas.microsoft.com/office/drawing/2014/main" id="{F83F94DE-C46D-6218-95E1-3A278A768CBC}"/>
              </a:ext>
            </a:extLst>
          </p:cNvPr>
          <p:cNvGrpSpPr/>
          <p:nvPr userDrawn="1"/>
        </p:nvGrpSpPr>
        <p:grpSpPr>
          <a:xfrm>
            <a:off x="7356927" y="-409069"/>
            <a:ext cx="4955403" cy="1635372"/>
            <a:chOff x="0" y="0"/>
            <a:chExt cx="2176125" cy="1599059"/>
          </a:xfrm>
          <a:solidFill>
            <a:srgbClr val="9200EE"/>
          </a:solidFill>
        </p:grpSpPr>
        <p:sp>
          <p:nvSpPr>
            <p:cNvPr id="3" name="Google Shape;114;p30">
              <a:extLst>
                <a:ext uri="{FF2B5EF4-FFF2-40B4-BE49-F238E27FC236}">
                  <a16:creationId xmlns:a16="http://schemas.microsoft.com/office/drawing/2014/main" id="{EBB06D53-9D97-777B-1BC0-0FD60B0CA655}"/>
                </a:ext>
              </a:extLst>
            </p:cNvPr>
            <p:cNvSpPr/>
            <p:nvPr/>
          </p:nvSpPr>
          <p:spPr>
            <a:xfrm>
              <a:off x="0" y="0"/>
              <a:ext cx="2173205" cy="1463545"/>
            </a:xfrm>
            <a:custGeom>
              <a:avLst/>
              <a:gdLst/>
              <a:ahLst/>
              <a:cxnLst/>
              <a:rect l="l" t="t" r="r" b="b"/>
              <a:pathLst>
                <a:path w="2173205" h="1463545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1463545"/>
                  </a:lnTo>
                  <a:lnTo>
                    <a:pt x="0" y="146354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115;p30">
              <a:extLst>
                <a:ext uri="{FF2B5EF4-FFF2-40B4-BE49-F238E27FC236}">
                  <a16:creationId xmlns:a16="http://schemas.microsoft.com/office/drawing/2014/main" id="{B1D87507-547E-60CC-FDD4-6D5335DB56CC}"/>
                </a:ext>
              </a:extLst>
            </p:cNvPr>
            <p:cNvSpPr txBox="1"/>
            <p:nvPr/>
          </p:nvSpPr>
          <p:spPr>
            <a:xfrm>
              <a:off x="2920" y="68839"/>
              <a:ext cx="2173205" cy="153022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" name="Google Shape;120;p30">
            <a:extLst>
              <a:ext uri="{FF2B5EF4-FFF2-40B4-BE49-F238E27FC236}">
                <a16:creationId xmlns:a16="http://schemas.microsoft.com/office/drawing/2014/main" id="{AA102500-1CB5-F7D9-B2AC-CA9AEDC02169}"/>
              </a:ext>
            </a:extLst>
          </p:cNvPr>
          <p:cNvGrpSpPr/>
          <p:nvPr userDrawn="1"/>
        </p:nvGrpSpPr>
        <p:grpSpPr>
          <a:xfrm>
            <a:off x="10541478" y="1205251"/>
            <a:ext cx="1650521" cy="5974483"/>
            <a:chOff x="0" y="-66675"/>
            <a:chExt cx="812800" cy="1715673"/>
          </a:xfrm>
          <a:solidFill>
            <a:srgbClr val="FFA502"/>
          </a:solidFill>
        </p:grpSpPr>
        <p:sp>
          <p:nvSpPr>
            <p:cNvPr id="7" name="Google Shape;121;p30">
              <a:extLst>
                <a:ext uri="{FF2B5EF4-FFF2-40B4-BE49-F238E27FC236}">
                  <a16:creationId xmlns:a16="http://schemas.microsoft.com/office/drawing/2014/main" id="{283B8CBA-E5E0-9B1F-2455-F0D7654340AE}"/>
                </a:ext>
              </a:extLst>
            </p:cNvPr>
            <p:cNvSpPr/>
            <p:nvPr/>
          </p:nvSpPr>
          <p:spPr>
            <a:xfrm>
              <a:off x="0" y="0"/>
              <a:ext cx="812800" cy="1648998"/>
            </a:xfrm>
            <a:custGeom>
              <a:avLst/>
              <a:gdLst/>
              <a:ahLst/>
              <a:cxnLst/>
              <a:rect l="l" t="t" r="r" b="b"/>
              <a:pathLst>
                <a:path w="812800" h="1648998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1648998"/>
                  </a:lnTo>
                  <a:lnTo>
                    <a:pt x="0" y="16489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122;p30">
              <a:extLst>
                <a:ext uri="{FF2B5EF4-FFF2-40B4-BE49-F238E27FC236}">
                  <a16:creationId xmlns:a16="http://schemas.microsoft.com/office/drawing/2014/main" id="{B9A4A963-42B6-6DBC-DD5B-5F81E01D7017}"/>
                </a:ext>
              </a:extLst>
            </p:cNvPr>
            <p:cNvSpPr txBox="1"/>
            <p:nvPr/>
          </p:nvSpPr>
          <p:spPr>
            <a:xfrm>
              <a:off x="0" y="-66675"/>
              <a:ext cx="812800" cy="171567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" name="Google Shape;126;p30">
            <a:extLst>
              <a:ext uri="{FF2B5EF4-FFF2-40B4-BE49-F238E27FC236}">
                <a16:creationId xmlns:a16="http://schemas.microsoft.com/office/drawing/2014/main" id="{4C954F35-BDE2-4D54-C0E5-AC2F2D4C4852}"/>
              </a:ext>
            </a:extLst>
          </p:cNvPr>
          <p:cNvSpPr/>
          <p:nvPr userDrawn="1"/>
        </p:nvSpPr>
        <p:spPr>
          <a:xfrm rot="-5400000">
            <a:off x="6710824" y="3014283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27;p30">
            <a:extLst>
              <a:ext uri="{FF2B5EF4-FFF2-40B4-BE49-F238E27FC236}">
                <a16:creationId xmlns:a16="http://schemas.microsoft.com/office/drawing/2014/main" id="{62DF41FD-EFF2-F948-D0D8-E63FE1F6847F}"/>
              </a:ext>
            </a:extLst>
          </p:cNvPr>
          <p:cNvSpPr/>
          <p:nvPr userDrawn="1"/>
        </p:nvSpPr>
        <p:spPr>
          <a:xfrm>
            <a:off x="11195806" y="408617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49" y="0"/>
                </a:lnTo>
                <a:lnTo>
                  <a:pt x="831549" y="831550"/>
                </a:lnTo>
                <a:lnTo>
                  <a:pt x="0" y="83155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Freeform 29">
            <a:extLst>
              <a:ext uri="{FF2B5EF4-FFF2-40B4-BE49-F238E27FC236}">
                <a16:creationId xmlns:a16="http://schemas.microsoft.com/office/drawing/2014/main" id="{1F57AD0E-B479-D9CA-EE5F-C91BD3B9AC12}"/>
              </a:ext>
            </a:extLst>
          </p:cNvPr>
          <p:cNvSpPr/>
          <p:nvPr userDrawn="1"/>
        </p:nvSpPr>
        <p:spPr>
          <a:xfrm rot="5400000">
            <a:off x="10906496" y="1790464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5" name="Google Shape;111;p29">
            <a:extLst>
              <a:ext uri="{FF2B5EF4-FFF2-40B4-BE49-F238E27FC236}">
                <a16:creationId xmlns:a16="http://schemas.microsoft.com/office/drawing/2014/main" id="{E35E4B48-A034-345E-4146-BBF117784028}"/>
              </a:ext>
            </a:extLst>
          </p:cNvPr>
          <p:cNvSpPr/>
          <p:nvPr userDrawn="1"/>
        </p:nvSpPr>
        <p:spPr>
          <a:xfrm>
            <a:off x="11510490" y="108721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1;p12">
            <a:extLst>
              <a:ext uri="{FF2B5EF4-FFF2-40B4-BE49-F238E27FC236}">
                <a16:creationId xmlns:a16="http://schemas.microsoft.com/office/drawing/2014/main" id="{B73B0443-B6A0-691B-391D-8BCE986DFA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46123" y="5445210"/>
            <a:ext cx="620077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22043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preserve="1">
  <p:cSld name="1_Two Content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oogle Shape;11;p12"/>
          <p:cNvGrpSpPr/>
          <p:nvPr/>
        </p:nvGrpSpPr>
        <p:grpSpPr>
          <a:xfrm>
            <a:off x="7356927" y="-291531"/>
            <a:ext cx="4955403" cy="1496782"/>
            <a:chOff x="0" y="0"/>
            <a:chExt cx="2176125" cy="1599059"/>
          </a:xfrm>
          <a:solidFill>
            <a:srgbClr val="9200EE"/>
          </a:solidFill>
        </p:grpSpPr>
        <p:sp>
          <p:nvSpPr>
            <p:cNvPr id="12" name="Google Shape;12;p12"/>
            <p:cNvSpPr/>
            <p:nvPr/>
          </p:nvSpPr>
          <p:spPr>
            <a:xfrm>
              <a:off x="0" y="0"/>
              <a:ext cx="2173205" cy="1463545"/>
            </a:xfrm>
            <a:custGeom>
              <a:avLst/>
              <a:gdLst/>
              <a:ahLst/>
              <a:cxnLst/>
              <a:rect l="l" t="t" r="r" b="b"/>
              <a:pathLst>
                <a:path w="2173205" h="1463545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1463545"/>
                  </a:lnTo>
                  <a:lnTo>
                    <a:pt x="0" y="146354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12"/>
            <p:cNvSpPr txBox="1"/>
            <p:nvPr/>
          </p:nvSpPr>
          <p:spPr>
            <a:xfrm>
              <a:off x="2920" y="68839"/>
              <a:ext cx="2173205" cy="153022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" name="Google Shape;14;p12"/>
          <p:cNvGrpSpPr/>
          <p:nvPr/>
        </p:nvGrpSpPr>
        <p:grpSpPr>
          <a:xfrm>
            <a:off x="10481480" y="1205251"/>
            <a:ext cx="1710519" cy="5974483"/>
            <a:chOff x="0" y="-66675"/>
            <a:chExt cx="812800" cy="1715673"/>
          </a:xfrm>
          <a:solidFill>
            <a:srgbClr val="FFA502"/>
          </a:solidFill>
        </p:grpSpPr>
        <p:sp>
          <p:nvSpPr>
            <p:cNvPr id="15" name="Google Shape;15;p12"/>
            <p:cNvSpPr/>
            <p:nvPr/>
          </p:nvSpPr>
          <p:spPr>
            <a:xfrm>
              <a:off x="0" y="0"/>
              <a:ext cx="812800" cy="1648998"/>
            </a:xfrm>
            <a:custGeom>
              <a:avLst/>
              <a:gdLst/>
              <a:ahLst/>
              <a:cxnLst/>
              <a:rect l="l" t="t" r="r" b="b"/>
              <a:pathLst>
                <a:path w="812800" h="1648998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1648998"/>
                  </a:lnTo>
                  <a:lnTo>
                    <a:pt x="0" y="16489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16;p12"/>
            <p:cNvSpPr txBox="1"/>
            <p:nvPr/>
          </p:nvSpPr>
          <p:spPr>
            <a:xfrm>
              <a:off x="0" y="-66675"/>
              <a:ext cx="812800" cy="171567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" name="Google Shape;17;p12"/>
          <p:cNvSpPr/>
          <p:nvPr/>
        </p:nvSpPr>
        <p:spPr>
          <a:xfrm rot="-5400000">
            <a:off x="6710824" y="3014283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2"/>
          <p:cNvSpPr/>
          <p:nvPr/>
        </p:nvSpPr>
        <p:spPr>
          <a:xfrm>
            <a:off x="11195806" y="408617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49" y="0"/>
                </a:lnTo>
                <a:lnTo>
                  <a:pt x="831549" y="831550"/>
                </a:lnTo>
                <a:lnTo>
                  <a:pt x="0" y="83155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2"/>
          <p:cNvSpPr/>
          <p:nvPr/>
        </p:nvSpPr>
        <p:spPr>
          <a:xfrm>
            <a:off x="11174848" y="187546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2"/>
          <p:cNvSpPr txBox="1">
            <a:spLocks noGrp="1"/>
          </p:cNvSpPr>
          <p:nvPr>
            <p:ph type="body" idx="1"/>
          </p:nvPr>
        </p:nvSpPr>
        <p:spPr>
          <a:xfrm>
            <a:off x="4046123" y="5445210"/>
            <a:ext cx="620077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p12"/>
          <p:cNvSpPr/>
          <p:nvPr/>
        </p:nvSpPr>
        <p:spPr>
          <a:xfrm rot="5400000">
            <a:off x="10848809" y="5766573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4015201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>
  <p:cSld name="Section 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13"/>
          <p:cNvGrpSpPr/>
          <p:nvPr/>
        </p:nvGrpSpPr>
        <p:grpSpPr>
          <a:xfrm rot="-5400000">
            <a:off x="129191" y="-596922"/>
            <a:ext cx="6858000" cy="7213232"/>
            <a:chOff x="0" y="-38100"/>
            <a:chExt cx="2709333" cy="2038040"/>
          </a:xfrm>
          <a:solidFill>
            <a:srgbClr val="9200EE"/>
          </a:solidFill>
        </p:grpSpPr>
        <p:sp>
          <p:nvSpPr>
            <p:cNvPr id="25" name="Google Shape;25;p13"/>
            <p:cNvSpPr/>
            <p:nvPr/>
          </p:nvSpPr>
          <p:spPr>
            <a:xfrm>
              <a:off x="0" y="0"/>
              <a:ext cx="2709333" cy="1999940"/>
            </a:xfrm>
            <a:custGeom>
              <a:avLst/>
              <a:gdLst/>
              <a:ahLst/>
              <a:cxnLst/>
              <a:rect l="l" t="t" r="r" b="b"/>
              <a:pathLst>
                <a:path w="2709333" h="1999940" extrusionOk="0">
                  <a:moveTo>
                    <a:pt x="0" y="0"/>
                  </a:moveTo>
                  <a:lnTo>
                    <a:pt x="2709333" y="0"/>
                  </a:lnTo>
                  <a:lnTo>
                    <a:pt x="2709333" y="1999940"/>
                  </a:lnTo>
                  <a:lnTo>
                    <a:pt x="0" y="1999940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6" name="Google Shape;26;p13"/>
            <p:cNvSpPr txBox="1"/>
            <p:nvPr/>
          </p:nvSpPr>
          <p:spPr>
            <a:xfrm>
              <a:off x="0" y="-38100"/>
              <a:ext cx="2709333" cy="203804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90032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33"/>
                <a:buFont typeface="Arial"/>
                <a:buNone/>
              </a:pPr>
              <a:endPara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5" name="Google Shape;55;p13"/>
          <p:cNvCxnSpPr/>
          <p:nvPr/>
        </p:nvCxnSpPr>
        <p:spPr>
          <a:xfrm>
            <a:off x="721166" y="3583795"/>
            <a:ext cx="972113" cy="0"/>
          </a:xfrm>
          <a:prstGeom prst="straightConnector1">
            <a:avLst/>
          </a:prstGeom>
          <a:noFill/>
          <a:ln w="476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13"/>
          <p:cNvSpPr txBox="1">
            <a:spLocks noGrp="1"/>
          </p:cNvSpPr>
          <p:nvPr>
            <p:ph type="title"/>
          </p:nvPr>
        </p:nvSpPr>
        <p:spPr>
          <a:xfrm>
            <a:off x="681079" y="1600543"/>
            <a:ext cx="5754227" cy="1322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1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grpSp>
        <p:nvGrpSpPr>
          <p:cNvPr id="57" name="Google Shape;57;p13"/>
          <p:cNvGrpSpPr/>
          <p:nvPr/>
        </p:nvGrpSpPr>
        <p:grpSpPr>
          <a:xfrm>
            <a:off x="7345273" y="5822962"/>
            <a:ext cx="5500924" cy="1128557"/>
            <a:chOff x="0" y="-66675"/>
            <a:chExt cx="2173205" cy="304202"/>
          </a:xfrm>
        </p:grpSpPr>
        <p:sp>
          <p:nvSpPr>
            <p:cNvPr id="58" name="Google Shape;58;p13"/>
            <p:cNvSpPr/>
            <p:nvPr/>
          </p:nvSpPr>
          <p:spPr>
            <a:xfrm>
              <a:off x="0" y="0"/>
              <a:ext cx="2173205" cy="237527"/>
            </a:xfrm>
            <a:custGeom>
              <a:avLst/>
              <a:gdLst/>
              <a:ahLst/>
              <a:cxnLst/>
              <a:rect l="l" t="t" r="r" b="b"/>
              <a:pathLst>
                <a:path w="2173205" h="237527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237527"/>
                  </a:lnTo>
                  <a:lnTo>
                    <a:pt x="0" y="237527"/>
                  </a:lnTo>
                  <a:close/>
                </a:path>
              </a:pathLst>
            </a:custGeom>
            <a:solidFill>
              <a:srgbClr val="F8CF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59;p13"/>
            <p:cNvSpPr txBox="1"/>
            <p:nvPr/>
          </p:nvSpPr>
          <p:spPr>
            <a:xfrm>
              <a:off x="0" y="-66675"/>
              <a:ext cx="2173205" cy="3042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" name="Google Shape;60;p13"/>
          <p:cNvGrpSpPr/>
          <p:nvPr/>
        </p:nvGrpSpPr>
        <p:grpSpPr>
          <a:xfrm>
            <a:off x="-214251" y="5796238"/>
            <a:ext cx="9910341" cy="1155281"/>
            <a:chOff x="0" y="-66675"/>
            <a:chExt cx="3130268" cy="304202"/>
          </a:xfrm>
          <a:solidFill>
            <a:srgbClr val="FFA502"/>
          </a:solidFill>
        </p:grpSpPr>
        <p:sp>
          <p:nvSpPr>
            <p:cNvPr id="61" name="Google Shape;61;p13"/>
            <p:cNvSpPr/>
            <p:nvPr/>
          </p:nvSpPr>
          <p:spPr>
            <a:xfrm>
              <a:off x="0" y="0"/>
              <a:ext cx="3130268" cy="237527"/>
            </a:xfrm>
            <a:custGeom>
              <a:avLst/>
              <a:gdLst/>
              <a:ahLst/>
              <a:cxnLst/>
              <a:rect l="l" t="t" r="r" b="b"/>
              <a:pathLst>
                <a:path w="3130268" h="237527" extrusionOk="0">
                  <a:moveTo>
                    <a:pt x="0" y="0"/>
                  </a:moveTo>
                  <a:lnTo>
                    <a:pt x="3130268" y="0"/>
                  </a:lnTo>
                  <a:lnTo>
                    <a:pt x="3130268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62;p13"/>
            <p:cNvSpPr txBox="1"/>
            <p:nvPr/>
          </p:nvSpPr>
          <p:spPr>
            <a:xfrm>
              <a:off x="0" y="-66675"/>
              <a:ext cx="3130268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" name="Google Shape;64;p13"/>
          <p:cNvSpPr/>
          <p:nvPr userDrawn="1"/>
        </p:nvSpPr>
        <p:spPr>
          <a:xfrm>
            <a:off x="396720" y="260603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96883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preserve="1">
  <p:cSld name="Content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oogle Shape;66;p14"/>
          <p:cNvGrpSpPr/>
          <p:nvPr/>
        </p:nvGrpSpPr>
        <p:grpSpPr>
          <a:xfrm>
            <a:off x="7345273" y="-305129"/>
            <a:ext cx="5500924" cy="1753054"/>
            <a:chOff x="0" y="-66675"/>
            <a:chExt cx="2173205" cy="1530220"/>
          </a:xfrm>
          <a:solidFill>
            <a:srgbClr val="9200EE"/>
          </a:solidFill>
        </p:grpSpPr>
        <p:sp>
          <p:nvSpPr>
            <p:cNvPr id="67" name="Google Shape;67;p14"/>
            <p:cNvSpPr/>
            <p:nvPr/>
          </p:nvSpPr>
          <p:spPr>
            <a:xfrm>
              <a:off x="0" y="0"/>
              <a:ext cx="2173205" cy="1463545"/>
            </a:xfrm>
            <a:custGeom>
              <a:avLst/>
              <a:gdLst/>
              <a:ahLst/>
              <a:cxnLst/>
              <a:rect l="l" t="t" r="r" b="b"/>
              <a:pathLst>
                <a:path w="2173205" h="1463545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1463545"/>
                  </a:lnTo>
                  <a:lnTo>
                    <a:pt x="0" y="146354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0" y="-66675"/>
              <a:ext cx="2173205" cy="153022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9" name="Google Shape;69;p14"/>
          <p:cNvGrpSpPr/>
          <p:nvPr/>
        </p:nvGrpSpPr>
        <p:grpSpPr>
          <a:xfrm>
            <a:off x="-210725" y="-372106"/>
            <a:ext cx="8082365" cy="1820030"/>
            <a:chOff x="0" y="-66675"/>
            <a:chExt cx="3193033" cy="1530220"/>
          </a:xfrm>
          <a:solidFill>
            <a:srgbClr val="FFA502"/>
          </a:solidFill>
        </p:grpSpPr>
        <p:sp>
          <p:nvSpPr>
            <p:cNvPr id="70" name="Google Shape;70;p14"/>
            <p:cNvSpPr/>
            <p:nvPr/>
          </p:nvSpPr>
          <p:spPr>
            <a:xfrm>
              <a:off x="0" y="0"/>
              <a:ext cx="3193033" cy="1463545"/>
            </a:xfrm>
            <a:custGeom>
              <a:avLst/>
              <a:gdLst/>
              <a:ahLst/>
              <a:cxnLst/>
              <a:rect l="l" t="t" r="r" b="b"/>
              <a:pathLst>
                <a:path w="3193033" h="1463545" extrusionOk="0">
                  <a:moveTo>
                    <a:pt x="0" y="0"/>
                  </a:moveTo>
                  <a:lnTo>
                    <a:pt x="3193033" y="0"/>
                  </a:lnTo>
                  <a:lnTo>
                    <a:pt x="3193033" y="1463545"/>
                  </a:lnTo>
                  <a:lnTo>
                    <a:pt x="0" y="146354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A50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14"/>
            <p:cNvSpPr txBox="1"/>
            <p:nvPr/>
          </p:nvSpPr>
          <p:spPr>
            <a:xfrm>
              <a:off x="0" y="-66675"/>
              <a:ext cx="3193033" cy="153022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A50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2" name="Google Shape;72;p14"/>
          <p:cNvGrpSpPr/>
          <p:nvPr/>
        </p:nvGrpSpPr>
        <p:grpSpPr>
          <a:xfrm>
            <a:off x="11354952" y="1530002"/>
            <a:ext cx="872320" cy="5898950"/>
            <a:chOff x="0" y="-66675"/>
            <a:chExt cx="812800" cy="1715673"/>
          </a:xfrm>
          <a:solidFill>
            <a:srgbClr val="FFA502"/>
          </a:solidFill>
        </p:grpSpPr>
        <p:sp>
          <p:nvSpPr>
            <p:cNvPr id="73" name="Google Shape;73;p14"/>
            <p:cNvSpPr/>
            <p:nvPr/>
          </p:nvSpPr>
          <p:spPr>
            <a:xfrm>
              <a:off x="0" y="0"/>
              <a:ext cx="812800" cy="1648998"/>
            </a:xfrm>
            <a:custGeom>
              <a:avLst/>
              <a:gdLst/>
              <a:ahLst/>
              <a:cxnLst/>
              <a:rect l="l" t="t" r="r" b="b"/>
              <a:pathLst>
                <a:path w="812800" h="1648998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1648998"/>
                  </a:lnTo>
                  <a:lnTo>
                    <a:pt x="0" y="16489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74;p14"/>
            <p:cNvSpPr txBox="1"/>
            <p:nvPr/>
          </p:nvSpPr>
          <p:spPr>
            <a:xfrm>
              <a:off x="0" y="-66675"/>
              <a:ext cx="812800" cy="171567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5" name="Google Shape;75;p14"/>
          <p:cNvSpPr/>
          <p:nvPr/>
        </p:nvSpPr>
        <p:spPr>
          <a:xfrm rot="-5400000">
            <a:off x="6710824" y="5208501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4"/>
          <p:cNvSpPr/>
          <p:nvPr/>
        </p:nvSpPr>
        <p:spPr>
          <a:xfrm>
            <a:off x="11195806" y="408617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49" y="0"/>
                </a:lnTo>
                <a:lnTo>
                  <a:pt x="831549" y="831550"/>
                </a:lnTo>
                <a:lnTo>
                  <a:pt x="0" y="83155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4"/>
          <p:cNvSpPr/>
          <p:nvPr/>
        </p:nvSpPr>
        <p:spPr>
          <a:xfrm>
            <a:off x="11506753" y="112836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4"/>
          <p:cNvSpPr txBox="1">
            <a:spLocks noGrp="1"/>
          </p:cNvSpPr>
          <p:nvPr>
            <p:ph type="body" idx="1"/>
          </p:nvPr>
        </p:nvSpPr>
        <p:spPr>
          <a:xfrm>
            <a:off x="466887" y="70063"/>
            <a:ext cx="620077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0" name="Google Shape;80;p14"/>
          <p:cNvSpPr/>
          <p:nvPr/>
        </p:nvSpPr>
        <p:spPr>
          <a:xfrm rot="-5400000">
            <a:off x="11173979" y="4555748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1" name="Google Shape;81;p14"/>
          <p:cNvSpPr/>
          <p:nvPr/>
        </p:nvSpPr>
        <p:spPr>
          <a:xfrm rot="5400000">
            <a:off x="6812951" y="202248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05792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personalizado" preserve="1">
  <p:cSld name="Diseño personalizado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5"/>
          <p:cNvGrpSpPr/>
          <p:nvPr/>
        </p:nvGrpSpPr>
        <p:grpSpPr>
          <a:xfrm>
            <a:off x="7345273" y="5796238"/>
            <a:ext cx="5500924" cy="1128557"/>
            <a:chOff x="0" y="-66675"/>
            <a:chExt cx="2173205" cy="304202"/>
          </a:xfrm>
          <a:solidFill>
            <a:srgbClr val="FFA502"/>
          </a:solidFill>
        </p:grpSpPr>
        <p:sp>
          <p:nvSpPr>
            <p:cNvPr id="84" name="Google Shape;84;p15"/>
            <p:cNvSpPr/>
            <p:nvPr/>
          </p:nvSpPr>
          <p:spPr>
            <a:xfrm>
              <a:off x="0" y="0"/>
              <a:ext cx="2173205" cy="237527"/>
            </a:xfrm>
            <a:custGeom>
              <a:avLst/>
              <a:gdLst/>
              <a:ahLst/>
              <a:cxnLst/>
              <a:rect l="l" t="t" r="r" b="b"/>
              <a:pathLst>
                <a:path w="2173205" h="237527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A50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" name="Google Shape;85;p15"/>
            <p:cNvSpPr txBox="1"/>
            <p:nvPr/>
          </p:nvSpPr>
          <p:spPr>
            <a:xfrm>
              <a:off x="0" y="-66675"/>
              <a:ext cx="2173205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A50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" name="Google Shape;86;p15"/>
          <p:cNvGrpSpPr/>
          <p:nvPr/>
        </p:nvGrpSpPr>
        <p:grpSpPr>
          <a:xfrm>
            <a:off x="-214250" y="5769514"/>
            <a:ext cx="7923490" cy="1155281"/>
            <a:chOff x="0" y="-66675"/>
            <a:chExt cx="3130268" cy="304202"/>
          </a:xfrm>
          <a:solidFill>
            <a:srgbClr val="9200EE"/>
          </a:solidFill>
        </p:grpSpPr>
        <p:sp>
          <p:nvSpPr>
            <p:cNvPr id="87" name="Google Shape;87;p15"/>
            <p:cNvSpPr/>
            <p:nvPr/>
          </p:nvSpPr>
          <p:spPr>
            <a:xfrm>
              <a:off x="0" y="0"/>
              <a:ext cx="3130268" cy="237527"/>
            </a:xfrm>
            <a:custGeom>
              <a:avLst/>
              <a:gdLst/>
              <a:ahLst/>
              <a:cxnLst/>
              <a:rect l="l" t="t" r="r" b="b"/>
              <a:pathLst>
                <a:path w="3130268" h="237527" extrusionOk="0">
                  <a:moveTo>
                    <a:pt x="0" y="0"/>
                  </a:moveTo>
                  <a:lnTo>
                    <a:pt x="3130268" y="0"/>
                  </a:lnTo>
                  <a:lnTo>
                    <a:pt x="3130268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9200E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88;p15"/>
            <p:cNvSpPr txBox="1"/>
            <p:nvPr/>
          </p:nvSpPr>
          <p:spPr>
            <a:xfrm>
              <a:off x="0" y="-66675"/>
              <a:ext cx="3130268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9200E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" name="Google Shape;89;p15"/>
          <p:cNvGrpSpPr/>
          <p:nvPr/>
        </p:nvGrpSpPr>
        <p:grpSpPr>
          <a:xfrm>
            <a:off x="10672549" y="183036"/>
            <a:ext cx="1588356" cy="3245964"/>
            <a:chOff x="0" y="-66675"/>
            <a:chExt cx="812800" cy="1282356"/>
          </a:xfrm>
          <a:solidFill>
            <a:srgbClr val="9200EE"/>
          </a:solidFill>
        </p:grpSpPr>
        <p:sp>
          <p:nvSpPr>
            <p:cNvPr id="90" name="Google Shape;90;p15"/>
            <p:cNvSpPr/>
            <p:nvPr/>
          </p:nvSpPr>
          <p:spPr>
            <a:xfrm>
              <a:off x="0" y="0"/>
              <a:ext cx="812800" cy="1215681"/>
            </a:xfrm>
            <a:custGeom>
              <a:avLst/>
              <a:gdLst/>
              <a:ahLst/>
              <a:cxnLst/>
              <a:rect l="l" t="t" r="r" b="b"/>
              <a:pathLst>
                <a:path w="812800" h="1215681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1215681"/>
                  </a:lnTo>
                  <a:lnTo>
                    <a:pt x="0" y="121568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9200E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15"/>
            <p:cNvSpPr txBox="1"/>
            <p:nvPr/>
          </p:nvSpPr>
          <p:spPr>
            <a:xfrm>
              <a:off x="0" y="-66675"/>
              <a:ext cx="812800" cy="128235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9200E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" name="Google Shape;92;p15"/>
          <p:cNvGrpSpPr/>
          <p:nvPr/>
        </p:nvGrpSpPr>
        <p:grpSpPr>
          <a:xfrm>
            <a:off x="6409012" y="-469391"/>
            <a:ext cx="6017501" cy="928464"/>
            <a:chOff x="0" y="-66675"/>
            <a:chExt cx="2377284" cy="366801"/>
          </a:xfrm>
          <a:solidFill>
            <a:srgbClr val="FFA502"/>
          </a:solidFill>
        </p:grpSpPr>
        <p:sp>
          <p:nvSpPr>
            <p:cNvPr id="93" name="Google Shape;93;p15"/>
            <p:cNvSpPr/>
            <p:nvPr/>
          </p:nvSpPr>
          <p:spPr>
            <a:xfrm>
              <a:off x="0" y="0"/>
              <a:ext cx="2377284" cy="300126"/>
            </a:xfrm>
            <a:custGeom>
              <a:avLst/>
              <a:gdLst/>
              <a:ahLst/>
              <a:cxnLst/>
              <a:rect l="l" t="t" r="r" b="b"/>
              <a:pathLst>
                <a:path w="2377284" h="300126" extrusionOk="0">
                  <a:moveTo>
                    <a:pt x="0" y="0"/>
                  </a:moveTo>
                  <a:lnTo>
                    <a:pt x="2377284" y="0"/>
                  </a:lnTo>
                  <a:lnTo>
                    <a:pt x="2377284" y="300126"/>
                  </a:lnTo>
                  <a:lnTo>
                    <a:pt x="0" y="30012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A50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15"/>
            <p:cNvSpPr txBox="1"/>
            <p:nvPr/>
          </p:nvSpPr>
          <p:spPr>
            <a:xfrm>
              <a:off x="0" y="-66675"/>
              <a:ext cx="2377284" cy="366801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A50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5" name="Google Shape;95;p15"/>
          <p:cNvSpPr/>
          <p:nvPr/>
        </p:nvSpPr>
        <p:spPr>
          <a:xfrm>
            <a:off x="11229017" y="592812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50" y="0"/>
                </a:lnTo>
                <a:lnTo>
                  <a:pt x="831550" y="831549"/>
                </a:lnTo>
                <a:lnTo>
                  <a:pt x="0" y="83154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5"/>
          <p:cNvSpPr/>
          <p:nvPr/>
        </p:nvSpPr>
        <p:spPr>
          <a:xfrm>
            <a:off x="137804" y="5936207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5"/>
          <p:cNvSpPr txBox="1">
            <a:spLocks noGrp="1"/>
          </p:cNvSpPr>
          <p:nvPr>
            <p:ph type="body" idx="1"/>
          </p:nvPr>
        </p:nvSpPr>
        <p:spPr>
          <a:xfrm>
            <a:off x="208237" y="347010"/>
            <a:ext cx="620077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9" name="Google Shape;99;p15"/>
          <p:cNvSpPr/>
          <p:nvPr/>
        </p:nvSpPr>
        <p:spPr>
          <a:xfrm rot="-5400000">
            <a:off x="10920105" y="4443434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0" name="Google Shape;100;p15"/>
          <p:cNvSpPr/>
          <p:nvPr/>
        </p:nvSpPr>
        <p:spPr>
          <a:xfrm rot="5400000">
            <a:off x="11018269" y="1763019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409270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preserve="1">
  <p:cSld name="Title and Vertical 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16"/>
          <p:cNvGrpSpPr/>
          <p:nvPr/>
        </p:nvGrpSpPr>
        <p:grpSpPr>
          <a:xfrm>
            <a:off x="-57256" y="-304607"/>
            <a:ext cx="1071367" cy="7911036"/>
            <a:chOff x="0" y="-66675"/>
            <a:chExt cx="812800" cy="3125347"/>
          </a:xfrm>
          <a:solidFill>
            <a:srgbClr val="FFA502"/>
          </a:solidFill>
        </p:grpSpPr>
        <p:sp>
          <p:nvSpPr>
            <p:cNvPr id="103" name="Google Shape;103;p16"/>
            <p:cNvSpPr/>
            <p:nvPr/>
          </p:nvSpPr>
          <p:spPr>
            <a:xfrm>
              <a:off x="0" y="0"/>
              <a:ext cx="812800" cy="3058672"/>
            </a:xfrm>
            <a:custGeom>
              <a:avLst/>
              <a:gdLst/>
              <a:ahLst/>
              <a:cxnLst/>
              <a:rect l="l" t="t" r="r" b="b"/>
              <a:pathLst>
                <a:path w="812800" h="3058672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3058672"/>
                  </a:lnTo>
                  <a:lnTo>
                    <a:pt x="0" y="305867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16"/>
            <p:cNvSpPr txBox="1"/>
            <p:nvPr/>
          </p:nvSpPr>
          <p:spPr>
            <a:xfrm>
              <a:off x="0" y="-66675"/>
              <a:ext cx="812800" cy="312534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5" name="Google Shape;105;p16"/>
          <p:cNvGrpSpPr/>
          <p:nvPr/>
        </p:nvGrpSpPr>
        <p:grpSpPr>
          <a:xfrm>
            <a:off x="7345273" y="6181508"/>
            <a:ext cx="5500924" cy="770010"/>
            <a:chOff x="0" y="-66675"/>
            <a:chExt cx="2173205" cy="304202"/>
          </a:xfrm>
          <a:solidFill>
            <a:srgbClr val="9200EE"/>
          </a:solidFill>
        </p:grpSpPr>
        <p:sp>
          <p:nvSpPr>
            <p:cNvPr id="106" name="Google Shape;106;p16"/>
            <p:cNvSpPr/>
            <p:nvPr/>
          </p:nvSpPr>
          <p:spPr>
            <a:xfrm>
              <a:off x="0" y="0"/>
              <a:ext cx="2173205" cy="237527"/>
            </a:xfrm>
            <a:custGeom>
              <a:avLst/>
              <a:gdLst/>
              <a:ahLst/>
              <a:cxnLst/>
              <a:rect l="l" t="t" r="r" b="b"/>
              <a:pathLst>
                <a:path w="2173205" h="237527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16"/>
            <p:cNvSpPr txBox="1"/>
            <p:nvPr/>
          </p:nvSpPr>
          <p:spPr>
            <a:xfrm>
              <a:off x="0" y="-66675"/>
              <a:ext cx="2173205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" name="Google Shape;108;p16"/>
          <p:cNvGrpSpPr/>
          <p:nvPr/>
        </p:nvGrpSpPr>
        <p:grpSpPr>
          <a:xfrm>
            <a:off x="-214250" y="6181508"/>
            <a:ext cx="7923490" cy="770010"/>
            <a:chOff x="0" y="-66675"/>
            <a:chExt cx="3130268" cy="304202"/>
          </a:xfrm>
          <a:solidFill>
            <a:srgbClr val="FFA502"/>
          </a:solidFill>
        </p:grpSpPr>
        <p:sp>
          <p:nvSpPr>
            <p:cNvPr id="109" name="Google Shape;109;p16"/>
            <p:cNvSpPr/>
            <p:nvPr/>
          </p:nvSpPr>
          <p:spPr>
            <a:xfrm>
              <a:off x="0" y="0"/>
              <a:ext cx="3130268" cy="237527"/>
            </a:xfrm>
            <a:custGeom>
              <a:avLst/>
              <a:gdLst/>
              <a:ahLst/>
              <a:cxnLst/>
              <a:rect l="l" t="t" r="r" b="b"/>
              <a:pathLst>
                <a:path w="3130268" h="237527" extrusionOk="0">
                  <a:moveTo>
                    <a:pt x="0" y="0"/>
                  </a:moveTo>
                  <a:lnTo>
                    <a:pt x="3130268" y="0"/>
                  </a:lnTo>
                  <a:lnTo>
                    <a:pt x="3130268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6"/>
            <p:cNvSpPr txBox="1"/>
            <p:nvPr/>
          </p:nvSpPr>
          <p:spPr>
            <a:xfrm>
              <a:off x="0" y="-66675"/>
              <a:ext cx="3130268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6"/>
          <p:cNvGrpSpPr/>
          <p:nvPr/>
        </p:nvGrpSpPr>
        <p:grpSpPr>
          <a:xfrm>
            <a:off x="-1945948" y="-386487"/>
            <a:ext cx="6017501" cy="1305587"/>
            <a:chOff x="0" y="-66675"/>
            <a:chExt cx="2377284" cy="366801"/>
          </a:xfrm>
          <a:solidFill>
            <a:srgbClr val="9200EE"/>
          </a:solidFill>
        </p:grpSpPr>
        <p:sp>
          <p:nvSpPr>
            <p:cNvPr id="112" name="Google Shape;112;p16"/>
            <p:cNvSpPr/>
            <p:nvPr/>
          </p:nvSpPr>
          <p:spPr>
            <a:xfrm>
              <a:off x="0" y="0"/>
              <a:ext cx="2377284" cy="300126"/>
            </a:xfrm>
            <a:custGeom>
              <a:avLst/>
              <a:gdLst/>
              <a:ahLst/>
              <a:cxnLst/>
              <a:rect l="l" t="t" r="r" b="b"/>
              <a:pathLst>
                <a:path w="2377284" h="300126" extrusionOk="0">
                  <a:moveTo>
                    <a:pt x="0" y="0"/>
                  </a:moveTo>
                  <a:lnTo>
                    <a:pt x="2377284" y="0"/>
                  </a:lnTo>
                  <a:lnTo>
                    <a:pt x="2377284" y="300126"/>
                  </a:lnTo>
                  <a:lnTo>
                    <a:pt x="0" y="30012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6"/>
            <p:cNvSpPr txBox="1"/>
            <p:nvPr/>
          </p:nvSpPr>
          <p:spPr>
            <a:xfrm>
              <a:off x="0" y="-66675"/>
              <a:ext cx="2377284" cy="366801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16"/>
          <p:cNvGrpSpPr/>
          <p:nvPr/>
        </p:nvGrpSpPr>
        <p:grpSpPr>
          <a:xfrm>
            <a:off x="7580418" y="954523"/>
            <a:ext cx="3327879" cy="4862580"/>
            <a:chOff x="0" y="-66675"/>
            <a:chExt cx="1151733" cy="1682872"/>
          </a:xfrm>
        </p:grpSpPr>
        <p:sp>
          <p:nvSpPr>
            <p:cNvPr id="115" name="Google Shape;115;p16"/>
            <p:cNvSpPr/>
            <p:nvPr/>
          </p:nvSpPr>
          <p:spPr>
            <a:xfrm>
              <a:off x="0" y="0"/>
              <a:ext cx="1151733" cy="1616197"/>
            </a:xfrm>
            <a:custGeom>
              <a:avLst/>
              <a:gdLst/>
              <a:ahLst/>
              <a:cxnLst/>
              <a:rect l="l" t="t" r="r" b="b"/>
              <a:pathLst>
                <a:path w="1151733" h="1616197" extrusionOk="0">
                  <a:moveTo>
                    <a:pt x="0" y="0"/>
                  </a:moveTo>
                  <a:lnTo>
                    <a:pt x="1151733" y="0"/>
                  </a:lnTo>
                  <a:lnTo>
                    <a:pt x="1151733" y="1616197"/>
                  </a:lnTo>
                  <a:lnTo>
                    <a:pt x="0" y="161619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0" y="-66675"/>
              <a:ext cx="1151733" cy="16828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7" name="Google Shape;117;p16"/>
          <p:cNvSpPr/>
          <p:nvPr/>
        </p:nvSpPr>
        <p:spPr>
          <a:xfrm>
            <a:off x="11229017" y="592812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50" y="0"/>
                </a:lnTo>
                <a:lnTo>
                  <a:pt x="831550" y="831549"/>
                </a:lnTo>
                <a:lnTo>
                  <a:pt x="0" y="83154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/>
          <p:nvPr/>
        </p:nvSpPr>
        <p:spPr>
          <a:xfrm>
            <a:off x="141359" y="-40107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6"/>
          <p:cNvSpPr txBox="1">
            <a:spLocks noGrp="1"/>
          </p:cNvSpPr>
          <p:nvPr>
            <p:ph type="body" idx="1"/>
          </p:nvPr>
        </p:nvSpPr>
        <p:spPr>
          <a:xfrm>
            <a:off x="4307835" y="181088"/>
            <a:ext cx="7119414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2" name="Google Shape;122;p16"/>
          <p:cNvSpPr/>
          <p:nvPr/>
        </p:nvSpPr>
        <p:spPr>
          <a:xfrm rot="5400000">
            <a:off x="11062218" y="5219172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128924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preserve="1">
  <p:cSld name="1_Title and Vertical 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oogle Shape;105;p16"/>
          <p:cNvGrpSpPr/>
          <p:nvPr/>
        </p:nvGrpSpPr>
        <p:grpSpPr>
          <a:xfrm>
            <a:off x="7345273" y="6181508"/>
            <a:ext cx="5500924" cy="770010"/>
            <a:chOff x="0" y="-66675"/>
            <a:chExt cx="2173205" cy="304202"/>
          </a:xfrm>
          <a:solidFill>
            <a:srgbClr val="9200EE"/>
          </a:solidFill>
        </p:grpSpPr>
        <p:sp>
          <p:nvSpPr>
            <p:cNvPr id="106" name="Google Shape;106;p16"/>
            <p:cNvSpPr/>
            <p:nvPr/>
          </p:nvSpPr>
          <p:spPr>
            <a:xfrm>
              <a:off x="0" y="0"/>
              <a:ext cx="2173205" cy="237527"/>
            </a:xfrm>
            <a:custGeom>
              <a:avLst/>
              <a:gdLst/>
              <a:ahLst/>
              <a:cxnLst/>
              <a:rect l="l" t="t" r="r" b="b"/>
              <a:pathLst>
                <a:path w="2173205" h="237527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16"/>
            <p:cNvSpPr txBox="1"/>
            <p:nvPr/>
          </p:nvSpPr>
          <p:spPr>
            <a:xfrm>
              <a:off x="0" y="-66675"/>
              <a:ext cx="2173205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" name="Google Shape;108;p16"/>
          <p:cNvGrpSpPr/>
          <p:nvPr/>
        </p:nvGrpSpPr>
        <p:grpSpPr>
          <a:xfrm>
            <a:off x="-214250" y="6181508"/>
            <a:ext cx="7923490" cy="770010"/>
            <a:chOff x="0" y="-66675"/>
            <a:chExt cx="3130268" cy="304202"/>
          </a:xfrm>
          <a:solidFill>
            <a:srgbClr val="FFA502"/>
          </a:solidFill>
        </p:grpSpPr>
        <p:sp>
          <p:nvSpPr>
            <p:cNvPr id="109" name="Google Shape;109;p16"/>
            <p:cNvSpPr/>
            <p:nvPr/>
          </p:nvSpPr>
          <p:spPr>
            <a:xfrm>
              <a:off x="0" y="0"/>
              <a:ext cx="3130268" cy="237527"/>
            </a:xfrm>
            <a:custGeom>
              <a:avLst/>
              <a:gdLst/>
              <a:ahLst/>
              <a:cxnLst/>
              <a:rect l="l" t="t" r="r" b="b"/>
              <a:pathLst>
                <a:path w="3130268" h="237527" extrusionOk="0">
                  <a:moveTo>
                    <a:pt x="0" y="0"/>
                  </a:moveTo>
                  <a:lnTo>
                    <a:pt x="3130268" y="0"/>
                  </a:lnTo>
                  <a:lnTo>
                    <a:pt x="3130268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6"/>
            <p:cNvSpPr txBox="1"/>
            <p:nvPr/>
          </p:nvSpPr>
          <p:spPr>
            <a:xfrm>
              <a:off x="0" y="-66675"/>
              <a:ext cx="3130268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16"/>
          <p:cNvGrpSpPr/>
          <p:nvPr/>
        </p:nvGrpSpPr>
        <p:grpSpPr>
          <a:xfrm>
            <a:off x="7580418" y="954523"/>
            <a:ext cx="3327879" cy="4862580"/>
            <a:chOff x="0" y="-66675"/>
            <a:chExt cx="1151733" cy="1682872"/>
          </a:xfrm>
        </p:grpSpPr>
        <p:sp>
          <p:nvSpPr>
            <p:cNvPr id="115" name="Google Shape;115;p16"/>
            <p:cNvSpPr/>
            <p:nvPr/>
          </p:nvSpPr>
          <p:spPr>
            <a:xfrm>
              <a:off x="0" y="0"/>
              <a:ext cx="1151733" cy="1616197"/>
            </a:xfrm>
            <a:custGeom>
              <a:avLst/>
              <a:gdLst/>
              <a:ahLst/>
              <a:cxnLst/>
              <a:rect l="l" t="t" r="r" b="b"/>
              <a:pathLst>
                <a:path w="1151733" h="1616197" extrusionOk="0">
                  <a:moveTo>
                    <a:pt x="0" y="0"/>
                  </a:moveTo>
                  <a:lnTo>
                    <a:pt x="1151733" y="0"/>
                  </a:lnTo>
                  <a:lnTo>
                    <a:pt x="1151733" y="1616197"/>
                  </a:lnTo>
                  <a:lnTo>
                    <a:pt x="0" y="161619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0" y="-66675"/>
              <a:ext cx="1151733" cy="16828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7" name="Google Shape;117;p16"/>
          <p:cNvSpPr/>
          <p:nvPr/>
        </p:nvSpPr>
        <p:spPr>
          <a:xfrm>
            <a:off x="11229017" y="592812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50" y="0"/>
                </a:lnTo>
                <a:lnTo>
                  <a:pt x="831550" y="831549"/>
                </a:lnTo>
                <a:lnTo>
                  <a:pt x="0" y="83154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/>
          <p:nvPr/>
        </p:nvSpPr>
        <p:spPr>
          <a:xfrm>
            <a:off x="11302123" y="143150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6"/>
          <p:cNvSpPr txBox="1">
            <a:spLocks noGrp="1"/>
          </p:cNvSpPr>
          <p:nvPr>
            <p:ph type="body" idx="1"/>
          </p:nvPr>
        </p:nvSpPr>
        <p:spPr>
          <a:xfrm>
            <a:off x="289313" y="463094"/>
            <a:ext cx="9864621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2" name="Google Shape;122;p16"/>
          <p:cNvSpPr/>
          <p:nvPr/>
        </p:nvSpPr>
        <p:spPr>
          <a:xfrm rot="5400000">
            <a:off x="11062218" y="5219172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8677945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preserve="1">
  <p:cSld name="2_Title and Vertical 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16"/>
          <p:cNvGrpSpPr/>
          <p:nvPr/>
        </p:nvGrpSpPr>
        <p:grpSpPr>
          <a:xfrm>
            <a:off x="-1" y="-782920"/>
            <a:ext cx="1418595" cy="7911036"/>
            <a:chOff x="0" y="-66675"/>
            <a:chExt cx="812800" cy="3125347"/>
          </a:xfrm>
          <a:solidFill>
            <a:srgbClr val="FFA502"/>
          </a:solidFill>
        </p:grpSpPr>
        <p:sp>
          <p:nvSpPr>
            <p:cNvPr id="103" name="Google Shape;103;p16"/>
            <p:cNvSpPr/>
            <p:nvPr/>
          </p:nvSpPr>
          <p:spPr>
            <a:xfrm>
              <a:off x="0" y="0"/>
              <a:ext cx="812800" cy="3058672"/>
            </a:xfrm>
            <a:custGeom>
              <a:avLst/>
              <a:gdLst/>
              <a:ahLst/>
              <a:cxnLst/>
              <a:rect l="l" t="t" r="r" b="b"/>
              <a:pathLst>
                <a:path w="812800" h="3058672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3058672"/>
                  </a:lnTo>
                  <a:lnTo>
                    <a:pt x="0" y="305867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16"/>
            <p:cNvSpPr txBox="1"/>
            <p:nvPr/>
          </p:nvSpPr>
          <p:spPr>
            <a:xfrm>
              <a:off x="0" y="-66675"/>
              <a:ext cx="812800" cy="312534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6"/>
          <p:cNvGrpSpPr/>
          <p:nvPr/>
        </p:nvGrpSpPr>
        <p:grpSpPr>
          <a:xfrm>
            <a:off x="-1945948" y="-386487"/>
            <a:ext cx="6017501" cy="1305587"/>
            <a:chOff x="0" y="-66675"/>
            <a:chExt cx="2377284" cy="366801"/>
          </a:xfrm>
          <a:solidFill>
            <a:srgbClr val="9200EE"/>
          </a:solidFill>
        </p:grpSpPr>
        <p:sp>
          <p:nvSpPr>
            <p:cNvPr id="112" name="Google Shape;112;p16"/>
            <p:cNvSpPr/>
            <p:nvPr/>
          </p:nvSpPr>
          <p:spPr>
            <a:xfrm>
              <a:off x="0" y="0"/>
              <a:ext cx="2377284" cy="300126"/>
            </a:xfrm>
            <a:custGeom>
              <a:avLst/>
              <a:gdLst/>
              <a:ahLst/>
              <a:cxnLst/>
              <a:rect l="l" t="t" r="r" b="b"/>
              <a:pathLst>
                <a:path w="2377284" h="300126" extrusionOk="0">
                  <a:moveTo>
                    <a:pt x="0" y="0"/>
                  </a:moveTo>
                  <a:lnTo>
                    <a:pt x="2377284" y="0"/>
                  </a:lnTo>
                  <a:lnTo>
                    <a:pt x="2377284" y="300126"/>
                  </a:lnTo>
                  <a:lnTo>
                    <a:pt x="0" y="30012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6"/>
            <p:cNvSpPr txBox="1"/>
            <p:nvPr/>
          </p:nvSpPr>
          <p:spPr>
            <a:xfrm>
              <a:off x="0" y="-66675"/>
              <a:ext cx="2377284" cy="366801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16"/>
          <p:cNvGrpSpPr/>
          <p:nvPr/>
        </p:nvGrpSpPr>
        <p:grpSpPr>
          <a:xfrm>
            <a:off x="7580418" y="954523"/>
            <a:ext cx="3327879" cy="4862580"/>
            <a:chOff x="0" y="-66675"/>
            <a:chExt cx="1151733" cy="1682872"/>
          </a:xfrm>
        </p:grpSpPr>
        <p:sp>
          <p:nvSpPr>
            <p:cNvPr id="115" name="Google Shape;115;p16"/>
            <p:cNvSpPr/>
            <p:nvPr/>
          </p:nvSpPr>
          <p:spPr>
            <a:xfrm>
              <a:off x="0" y="0"/>
              <a:ext cx="1151733" cy="1616197"/>
            </a:xfrm>
            <a:custGeom>
              <a:avLst/>
              <a:gdLst/>
              <a:ahLst/>
              <a:cxnLst/>
              <a:rect l="l" t="t" r="r" b="b"/>
              <a:pathLst>
                <a:path w="1151733" h="1616197" extrusionOk="0">
                  <a:moveTo>
                    <a:pt x="0" y="0"/>
                  </a:moveTo>
                  <a:lnTo>
                    <a:pt x="1151733" y="0"/>
                  </a:lnTo>
                  <a:lnTo>
                    <a:pt x="1151733" y="1616197"/>
                  </a:lnTo>
                  <a:lnTo>
                    <a:pt x="0" y="161619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0" y="-66675"/>
              <a:ext cx="1151733" cy="16828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7" name="Google Shape;117;p16"/>
          <p:cNvSpPr/>
          <p:nvPr/>
        </p:nvSpPr>
        <p:spPr>
          <a:xfrm>
            <a:off x="11229017" y="592812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50" y="0"/>
                </a:lnTo>
                <a:lnTo>
                  <a:pt x="831550" y="831549"/>
                </a:lnTo>
                <a:lnTo>
                  <a:pt x="0" y="83154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/>
          <p:nvPr/>
        </p:nvSpPr>
        <p:spPr>
          <a:xfrm>
            <a:off x="0" y="12390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6"/>
          <p:cNvSpPr txBox="1">
            <a:spLocks noGrp="1"/>
          </p:cNvSpPr>
          <p:nvPr>
            <p:ph type="body" idx="1"/>
          </p:nvPr>
        </p:nvSpPr>
        <p:spPr>
          <a:xfrm>
            <a:off x="5188807" y="181088"/>
            <a:ext cx="620077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2" name="Google Shape;122;p16"/>
          <p:cNvSpPr/>
          <p:nvPr/>
        </p:nvSpPr>
        <p:spPr>
          <a:xfrm rot="5400000">
            <a:off x="11062218" y="5219172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782773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preserve="1">
  <p:cSld name="Title and Content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oogle Shape;158;p19"/>
          <p:cNvGrpSpPr/>
          <p:nvPr/>
        </p:nvGrpSpPr>
        <p:grpSpPr>
          <a:xfrm rot="-1766719">
            <a:off x="478576" y="3338287"/>
            <a:ext cx="1321015" cy="4130956"/>
            <a:chOff x="0" y="-38100"/>
            <a:chExt cx="521882" cy="1631983"/>
          </a:xfrm>
          <a:solidFill>
            <a:srgbClr val="9200EE"/>
          </a:solidFill>
        </p:grpSpPr>
        <p:sp>
          <p:nvSpPr>
            <p:cNvPr id="159" name="Google Shape;159;p19"/>
            <p:cNvSpPr/>
            <p:nvPr/>
          </p:nvSpPr>
          <p:spPr>
            <a:xfrm>
              <a:off x="0" y="0"/>
              <a:ext cx="521882" cy="1593883"/>
            </a:xfrm>
            <a:custGeom>
              <a:avLst/>
              <a:gdLst/>
              <a:ahLst/>
              <a:cxnLst/>
              <a:rect l="l" t="t" r="r" b="b"/>
              <a:pathLst>
                <a:path w="521882" h="1593883" extrusionOk="0">
                  <a:moveTo>
                    <a:pt x="0" y="0"/>
                  </a:moveTo>
                  <a:lnTo>
                    <a:pt x="521882" y="0"/>
                  </a:lnTo>
                  <a:lnTo>
                    <a:pt x="521882" y="1593883"/>
                  </a:lnTo>
                  <a:lnTo>
                    <a:pt x="0" y="1593883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60" name="Google Shape;160;p19"/>
            <p:cNvSpPr txBox="1"/>
            <p:nvPr/>
          </p:nvSpPr>
          <p:spPr>
            <a:xfrm>
              <a:off x="0" y="-38100"/>
              <a:ext cx="521882" cy="163198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90032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33"/>
                <a:buFont typeface="Arial"/>
                <a:buNone/>
              </a:pPr>
              <a:endPara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1" name="Google Shape;161;p19"/>
          <p:cNvGrpSpPr/>
          <p:nvPr/>
        </p:nvGrpSpPr>
        <p:grpSpPr>
          <a:xfrm rot="-1766719">
            <a:off x="-575443" y="4176289"/>
            <a:ext cx="1348128" cy="4130956"/>
            <a:chOff x="0" y="-38100"/>
            <a:chExt cx="532594" cy="1631983"/>
          </a:xfrm>
          <a:solidFill>
            <a:srgbClr val="FFA502"/>
          </a:solidFill>
        </p:grpSpPr>
        <p:sp>
          <p:nvSpPr>
            <p:cNvPr id="162" name="Google Shape;162;p19"/>
            <p:cNvSpPr/>
            <p:nvPr/>
          </p:nvSpPr>
          <p:spPr>
            <a:xfrm>
              <a:off x="0" y="0"/>
              <a:ext cx="532594" cy="1593883"/>
            </a:xfrm>
            <a:custGeom>
              <a:avLst/>
              <a:gdLst/>
              <a:ahLst/>
              <a:cxnLst/>
              <a:rect l="l" t="t" r="r" b="b"/>
              <a:pathLst>
                <a:path w="532594" h="1593883" extrusionOk="0">
                  <a:moveTo>
                    <a:pt x="0" y="0"/>
                  </a:moveTo>
                  <a:lnTo>
                    <a:pt x="532594" y="0"/>
                  </a:lnTo>
                  <a:lnTo>
                    <a:pt x="532594" y="1593883"/>
                  </a:lnTo>
                  <a:lnTo>
                    <a:pt x="0" y="1593883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63" name="Google Shape;163;p19"/>
            <p:cNvSpPr txBox="1"/>
            <p:nvPr/>
          </p:nvSpPr>
          <p:spPr>
            <a:xfrm>
              <a:off x="0" y="-38100"/>
              <a:ext cx="532594" cy="163198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90032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33"/>
                <a:buFont typeface="Arial"/>
                <a:buNone/>
              </a:pPr>
              <a:endPara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64" name="Google Shape;164;p19"/>
          <p:cNvCxnSpPr/>
          <p:nvPr/>
        </p:nvCxnSpPr>
        <p:spPr>
          <a:xfrm>
            <a:off x="5554678" y="2016873"/>
            <a:ext cx="972113" cy="0"/>
          </a:xfrm>
          <a:prstGeom prst="straightConnector1">
            <a:avLst/>
          </a:prstGeom>
          <a:noFill/>
          <a:ln w="47625" cap="flat" cmpd="sng">
            <a:solidFill>
              <a:srgbClr val="00215F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65" name="Google Shape;165;p19"/>
          <p:cNvGrpSpPr/>
          <p:nvPr/>
        </p:nvGrpSpPr>
        <p:grpSpPr>
          <a:xfrm>
            <a:off x="7570377" y="-300132"/>
            <a:ext cx="5500924" cy="1128557"/>
            <a:chOff x="0" y="-66675"/>
            <a:chExt cx="2173205" cy="304202"/>
          </a:xfrm>
          <a:solidFill>
            <a:srgbClr val="FFA502"/>
          </a:solidFill>
        </p:grpSpPr>
        <p:sp>
          <p:nvSpPr>
            <p:cNvPr id="166" name="Google Shape;166;p19"/>
            <p:cNvSpPr/>
            <p:nvPr/>
          </p:nvSpPr>
          <p:spPr>
            <a:xfrm>
              <a:off x="0" y="0"/>
              <a:ext cx="2173205" cy="237527"/>
            </a:xfrm>
            <a:custGeom>
              <a:avLst/>
              <a:gdLst/>
              <a:ahLst/>
              <a:cxnLst/>
              <a:rect l="l" t="t" r="r" b="b"/>
              <a:pathLst>
                <a:path w="2173205" h="237527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19"/>
            <p:cNvSpPr txBox="1"/>
            <p:nvPr/>
          </p:nvSpPr>
          <p:spPr>
            <a:xfrm>
              <a:off x="0" y="-66675"/>
              <a:ext cx="2173205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8" name="Google Shape;168;p19"/>
          <p:cNvGrpSpPr/>
          <p:nvPr/>
        </p:nvGrpSpPr>
        <p:grpSpPr>
          <a:xfrm>
            <a:off x="10853" y="-326856"/>
            <a:ext cx="7923490" cy="1155281"/>
            <a:chOff x="0" y="-66675"/>
            <a:chExt cx="3130268" cy="304202"/>
          </a:xfrm>
          <a:solidFill>
            <a:srgbClr val="9200EE"/>
          </a:solidFill>
        </p:grpSpPr>
        <p:sp>
          <p:nvSpPr>
            <p:cNvPr id="169" name="Google Shape;169;p19"/>
            <p:cNvSpPr/>
            <p:nvPr/>
          </p:nvSpPr>
          <p:spPr>
            <a:xfrm>
              <a:off x="0" y="0"/>
              <a:ext cx="3130268" cy="237527"/>
            </a:xfrm>
            <a:custGeom>
              <a:avLst/>
              <a:gdLst/>
              <a:ahLst/>
              <a:cxnLst/>
              <a:rect l="l" t="t" r="r" b="b"/>
              <a:pathLst>
                <a:path w="3130268" h="237527" extrusionOk="0">
                  <a:moveTo>
                    <a:pt x="0" y="0"/>
                  </a:moveTo>
                  <a:lnTo>
                    <a:pt x="3130268" y="0"/>
                  </a:lnTo>
                  <a:lnTo>
                    <a:pt x="3130268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19"/>
            <p:cNvSpPr txBox="1"/>
            <p:nvPr/>
          </p:nvSpPr>
          <p:spPr>
            <a:xfrm>
              <a:off x="0" y="-66675"/>
              <a:ext cx="3130268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p19"/>
          <p:cNvSpPr/>
          <p:nvPr/>
        </p:nvSpPr>
        <p:spPr>
          <a:xfrm>
            <a:off x="236600" y="-52775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1"/>
          </p:nvPr>
        </p:nvSpPr>
        <p:spPr>
          <a:xfrm>
            <a:off x="1700987" y="1075782"/>
            <a:ext cx="10065259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542660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preserve="1">
  <p:cSld name="2_Two Content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20"/>
          <p:cNvGrpSpPr/>
          <p:nvPr/>
        </p:nvGrpSpPr>
        <p:grpSpPr>
          <a:xfrm>
            <a:off x="7356927" y="-291531"/>
            <a:ext cx="4955403" cy="1377256"/>
            <a:chOff x="0" y="0"/>
            <a:chExt cx="2176125" cy="1599059"/>
          </a:xfrm>
          <a:solidFill>
            <a:srgbClr val="9200EE"/>
          </a:solidFill>
        </p:grpSpPr>
        <p:sp>
          <p:nvSpPr>
            <p:cNvPr id="176" name="Google Shape;176;p20"/>
            <p:cNvSpPr/>
            <p:nvPr/>
          </p:nvSpPr>
          <p:spPr>
            <a:xfrm>
              <a:off x="0" y="0"/>
              <a:ext cx="2173205" cy="1463545"/>
            </a:xfrm>
            <a:custGeom>
              <a:avLst/>
              <a:gdLst/>
              <a:ahLst/>
              <a:cxnLst/>
              <a:rect l="l" t="t" r="r" b="b"/>
              <a:pathLst>
                <a:path w="2173205" h="1463545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1463545"/>
                  </a:lnTo>
                  <a:lnTo>
                    <a:pt x="0" y="146354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0"/>
            <p:cNvSpPr txBox="1"/>
            <p:nvPr/>
          </p:nvSpPr>
          <p:spPr>
            <a:xfrm>
              <a:off x="2920" y="68839"/>
              <a:ext cx="2173205" cy="153022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20"/>
          <p:cNvGrpSpPr/>
          <p:nvPr/>
        </p:nvGrpSpPr>
        <p:grpSpPr>
          <a:xfrm>
            <a:off x="11038680" y="1275652"/>
            <a:ext cx="1682514" cy="5974483"/>
            <a:chOff x="0" y="-66675"/>
            <a:chExt cx="812800" cy="1715673"/>
          </a:xfrm>
          <a:solidFill>
            <a:srgbClr val="FFA502"/>
          </a:solidFill>
        </p:grpSpPr>
        <p:sp>
          <p:nvSpPr>
            <p:cNvPr id="179" name="Google Shape;179;p20"/>
            <p:cNvSpPr/>
            <p:nvPr/>
          </p:nvSpPr>
          <p:spPr>
            <a:xfrm>
              <a:off x="0" y="0"/>
              <a:ext cx="812800" cy="1648998"/>
            </a:xfrm>
            <a:custGeom>
              <a:avLst/>
              <a:gdLst/>
              <a:ahLst/>
              <a:cxnLst/>
              <a:rect l="l" t="t" r="r" b="b"/>
              <a:pathLst>
                <a:path w="812800" h="1648998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1648998"/>
                  </a:lnTo>
                  <a:lnTo>
                    <a:pt x="0" y="16489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20"/>
            <p:cNvSpPr txBox="1"/>
            <p:nvPr/>
          </p:nvSpPr>
          <p:spPr>
            <a:xfrm>
              <a:off x="0" y="-66675"/>
              <a:ext cx="812800" cy="171567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1" name="Google Shape;181;p20"/>
          <p:cNvSpPr/>
          <p:nvPr/>
        </p:nvSpPr>
        <p:spPr>
          <a:xfrm rot="-5400000">
            <a:off x="6710824" y="3014283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0"/>
          <p:cNvSpPr/>
          <p:nvPr/>
        </p:nvSpPr>
        <p:spPr>
          <a:xfrm>
            <a:off x="11195806" y="408617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49" y="0"/>
                </a:lnTo>
                <a:lnTo>
                  <a:pt x="831549" y="831550"/>
                </a:lnTo>
                <a:lnTo>
                  <a:pt x="0" y="83155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0"/>
          <p:cNvSpPr/>
          <p:nvPr/>
        </p:nvSpPr>
        <p:spPr>
          <a:xfrm>
            <a:off x="11455927" y="51163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0"/>
          <p:cNvSpPr txBox="1">
            <a:spLocks noGrp="1"/>
          </p:cNvSpPr>
          <p:nvPr>
            <p:ph type="body" idx="1"/>
          </p:nvPr>
        </p:nvSpPr>
        <p:spPr>
          <a:xfrm>
            <a:off x="167354" y="137682"/>
            <a:ext cx="6885275" cy="831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7" name="Google Shape;187;p20"/>
          <p:cNvSpPr/>
          <p:nvPr/>
        </p:nvSpPr>
        <p:spPr>
          <a:xfrm rot="5400000">
            <a:off x="11262241" y="1748318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8116752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oogle Shape;189;p21"/>
          <p:cNvGrpSpPr/>
          <p:nvPr/>
        </p:nvGrpSpPr>
        <p:grpSpPr>
          <a:xfrm>
            <a:off x="7709240" y="3757312"/>
            <a:ext cx="4697011" cy="3184093"/>
            <a:chOff x="0" y="-66675"/>
            <a:chExt cx="1855609" cy="1257913"/>
          </a:xfrm>
          <a:solidFill>
            <a:srgbClr val="FFA502"/>
          </a:solidFill>
        </p:grpSpPr>
        <p:sp>
          <p:nvSpPr>
            <p:cNvPr id="190" name="Google Shape;190;p21"/>
            <p:cNvSpPr/>
            <p:nvPr/>
          </p:nvSpPr>
          <p:spPr>
            <a:xfrm>
              <a:off x="0" y="0"/>
              <a:ext cx="1855609" cy="1191238"/>
            </a:xfrm>
            <a:custGeom>
              <a:avLst/>
              <a:gdLst/>
              <a:ahLst/>
              <a:cxnLst/>
              <a:rect l="l" t="t" r="r" b="b"/>
              <a:pathLst>
                <a:path w="1855609" h="1191238" extrusionOk="0">
                  <a:moveTo>
                    <a:pt x="0" y="0"/>
                  </a:moveTo>
                  <a:lnTo>
                    <a:pt x="1855609" y="0"/>
                  </a:lnTo>
                  <a:lnTo>
                    <a:pt x="1855609" y="1191238"/>
                  </a:lnTo>
                  <a:lnTo>
                    <a:pt x="0" y="11912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" name="Google Shape;191;p21"/>
            <p:cNvSpPr txBox="1"/>
            <p:nvPr/>
          </p:nvSpPr>
          <p:spPr>
            <a:xfrm>
              <a:off x="0" y="-66675"/>
              <a:ext cx="1855609" cy="125791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2" name="Google Shape;192;p21"/>
          <p:cNvGrpSpPr/>
          <p:nvPr/>
        </p:nvGrpSpPr>
        <p:grpSpPr>
          <a:xfrm>
            <a:off x="8933017" y="-446855"/>
            <a:ext cx="3322083" cy="3184093"/>
            <a:chOff x="0" y="-66675"/>
            <a:chExt cx="1312428" cy="1257913"/>
          </a:xfrm>
          <a:solidFill>
            <a:srgbClr val="FFA502"/>
          </a:solidFill>
        </p:grpSpPr>
        <p:sp>
          <p:nvSpPr>
            <p:cNvPr id="193" name="Google Shape;193;p21"/>
            <p:cNvSpPr/>
            <p:nvPr/>
          </p:nvSpPr>
          <p:spPr>
            <a:xfrm>
              <a:off x="0" y="0"/>
              <a:ext cx="1312428" cy="1191238"/>
            </a:xfrm>
            <a:custGeom>
              <a:avLst/>
              <a:gdLst/>
              <a:ahLst/>
              <a:cxnLst/>
              <a:rect l="l" t="t" r="r" b="b"/>
              <a:pathLst>
                <a:path w="1312428" h="1191238" extrusionOk="0">
                  <a:moveTo>
                    <a:pt x="0" y="0"/>
                  </a:moveTo>
                  <a:lnTo>
                    <a:pt x="1312428" y="0"/>
                  </a:lnTo>
                  <a:lnTo>
                    <a:pt x="1312428" y="1191238"/>
                  </a:lnTo>
                  <a:lnTo>
                    <a:pt x="0" y="11912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" name="Google Shape;194;p21"/>
            <p:cNvSpPr txBox="1"/>
            <p:nvPr/>
          </p:nvSpPr>
          <p:spPr>
            <a:xfrm>
              <a:off x="0" y="-66675"/>
              <a:ext cx="1312428" cy="125791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5" name="Google Shape;195;p21"/>
          <p:cNvGrpSpPr/>
          <p:nvPr/>
        </p:nvGrpSpPr>
        <p:grpSpPr>
          <a:xfrm>
            <a:off x="-214250" y="5180588"/>
            <a:ext cx="7923490" cy="1770931"/>
            <a:chOff x="0" y="-66675"/>
            <a:chExt cx="3130268" cy="699627"/>
          </a:xfrm>
          <a:solidFill>
            <a:srgbClr val="9200EE"/>
          </a:solidFill>
        </p:grpSpPr>
        <p:sp>
          <p:nvSpPr>
            <p:cNvPr id="196" name="Google Shape;196;p21"/>
            <p:cNvSpPr/>
            <p:nvPr/>
          </p:nvSpPr>
          <p:spPr>
            <a:xfrm>
              <a:off x="0" y="0"/>
              <a:ext cx="3130268" cy="632952"/>
            </a:xfrm>
            <a:custGeom>
              <a:avLst/>
              <a:gdLst/>
              <a:ahLst/>
              <a:cxnLst/>
              <a:rect l="l" t="t" r="r" b="b"/>
              <a:pathLst>
                <a:path w="3130268" h="632952" extrusionOk="0">
                  <a:moveTo>
                    <a:pt x="0" y="0"/>
                  </a:moveTo>
                  <a:lnTo>
                    <a:pt x="3130268" y="0"/>
                  </a:lnTo>
                  <a:lnTo>
                    <a:pt x="3130268" y="632952"/>
                  </a:lnTo>
                  <a:lnTo>
                    <a:pt x="0" y="63295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p21"/>
            <p:cNvSpPr txBox="1"/>
            <p:nvPr/>
          </p:nvSpPr>
          <p:spPr>
            <a:xfrm>
              <a:off x="0" y="-66675"/>
              <a:ext cx="3130268" cy="69962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8" name="Google Shape;198;p21"/>
          <p:cNvGrpSpPr/>
          <p:nvPr/>
        </p:nvGrpSpPr>
        <p:grpSpPr>
          <a:xfrm>
            <a:off x="6096000" y="-442740"/>
            <a:ext cx="6512749" cy="1128540"/>
            <a:chOff x="0" y="-66675"/>
            <a:chExt cx="2572938" cy="445843"/>
          </a:xfrm>
          <a:solidFill>
            <a:srgbClr val="9200EE"/>
          </a:solidFill>
        </p:grpSpPr>
        <p:sp>
          <p:nvSpPr>
            <p:cNvPr id="199" name="Google Shape;199;p21"/>
            <p:cNvSpPr/>
            <p:nvPr/>
          </p:nvSpPr>
          <p:spPr>
            <a:xfrm>
              <a:off x="0" y="0"/>
              <a:ext cx="2572938" cy="379168"/>
            </a:xfrm>
            <a:custGeom>
              <a:avLst/>
              <a:gdLst/>
              <a:ahLst/>
              <a:cxnLst/>
              <a:rect l="l" t="t" r="r" b="b"/>
              <a:pathLst>
                <a:path w="2572938" h="379168" extrusionOk="0">
                  <a:moveTo>
                    <a:pt x="0" y="0"/>
                  </a:moveTo>
                  <a:lnTo>
                    <a:pt x="2572938" y="0"/>
                  </a:lnTo>
                  <a:lnTo>
                    <a:pt x="2572938" y="379168"/>
                  </a:lnTo>
                  <a:lnTo>
                    <a:pt x="0" y="3791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" name="Google Shape;200;p21"/>
            <p:cNvSpPr txBox="1"/>
            <p:nvPr/>
          </p:nvSpPr>
          <p:spPr>
            <a:xfrm>
              <a:off x="0" y="-66675"/>
              <a:ext cx="2572938" cy="44584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1" name="Google Shape;201;p21"/>
          <p:cNvGrpSpPr/>
          <p:nvPr/>
        </p:nvGrpSpPr>
        <p:grpSpPr>
          <a:xfrm>
            <a:off x="5849254" y="635373"/>
            <a:ext cx="6247176" cy="6097517"/>
            <a:chOff x="0" y="0"/>
            <a:chExt cx="812800" cy="812800"/>
          </a:xfrm>
        </p:grpSpPr>
        <p:sp>
          <p:nvSpPr>
            <p:cNvPr id="202" name="Google Shape;202;p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" name="Google Shape;203;p21"/>
            <p:cNvSpPr txBox="1"/>
            <p:nvPr/>
          </p:nvSpPr>
          <p:spPr>
            <a:xfrm>
              <a:off x="139700" y="73025"/>
              <a:ext cx="533400" cy="600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4" name="Google Shape;204;p21"/>
          <p:cNvSpPr/>
          <p:nvPr/>
        </p:nvSpPr>
        <p:spPr>
          <a:xfrm>
            <a:off x="11564454" y="58254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49" y="0"/>
                </a:lnTo>
                <a:lnTo>
                  <a:pt x="831549" y="831549"/>
                </a:lnTo>
                <a:lnTo>
                  <a:pt x="0" y="83154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1"/>
          <p:cNvSpPr/>
          <p:nvPr/>
        </p:nvSpPr>
        <p:spPr>
          <a:xfrm>
            <a:off x="397150" y="5841575"/>
            <a:ext cx="1322502" cy="661251"/>
          </a:xfrm>
          <a:custGeom>
            <a:avLst/>
            <a:gdLst/>
            <a:ahLst/>
            <a:cxnLst/>
            <a:rect l="l" t="t" r="r" b="b"/>
            <a:pathLst>
              <a:path w="1983753" h="991877" extrusionOk="0">
                <a:moveTo>
                  <a:pt x="0" y="0"/>
                </a:moveTo>
                <a:lnTo>
                  <a:pt x="1983753" y="0"/>
                </a:lnTo>
                <a:lnTo>
                  <a:pt x="1983753" y="991876"/>
                </a:lnTo>
                <a:lnTo>
                  <a:pt x="0" y="991876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1"/>
          <p:cNvSpPr/>
          <p:nvPr/>
        </p:nvSpPr>
        <p:spPr>
          <a:xfrm>
            <a:off x="1301098" y="5841575"/>
            <a:ext cx="1322502" cy="661251"/>
          </a:xfrm>
          <a:custGeom>
            <a:avLst/>
            <a:gdLst/>
            <a:ahLst/>
            <a:cxnLst/>
            <a:rect l="l" t="t" r="r" b="b"/>
            <a:pathLst>
              <a:path w="1983753" h="991877" extrusionOk="0">
                <a:moveTo>
                  <a:pt x="0" y="0"/>
                </a:moveTo>
                <a:lnTo>
                  <a:pt x="1983754" y="0"/>
                </a:lnTo>
                <a:lnTo>
                  <a:pt x="1983754" y="991876"/>
                </a:lnTo>
                <a:lnTo>
                  <a:pt x="0" y="991876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317445" y="5792837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 txBox="1">
            <a:spLocks noGrp="1"/>
          </p:cNvSpPr>
          <p:nvPr>
            <p:ph type="body" idx="1"/>
          </p:nvPr>
        </p:nvSpPr>
        <p:spPr>
          <a:xfrm>
            <a:off x="229247" y="216155"/>
            <a:ext cx="620077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1" name="Google Shape;211;p21"/>
          <p:cNvSpPr/>
          <p:nvPr/>
        </p:nvSpPr>
        <p:spPr>
          <a:xfrm rot="5400000">
            <a:off x="11051789" y="5534573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974703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815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4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15558" y="-1889345"/>
            <a:ext cx="4023360" cy="4023360"/>
          </a:xfrm>
          <a:prstGeom prst="ellipse">
            <a:avLst/>
          </a:prstGeom>
          <a:solidFill>
            <a:srgbClr val="9200EE">
              <a:alpha val="19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3840480" cy="3840480"/>
          </a:xfrm>
          <a:prstGeom prst="ellipse">
            <a:avLst/>
          </a:prstGeom>
          <a:solidFill>
            <a:srgbClr val="FFA502">
              <a:alpha val="3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9774936" y="5202936"/>
            <a:ext cx="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9774936" y="5202936"/>
            <a:ext cx="1097280" cy="731520"/>
          </a:xfrm>
          <a:prstGeom prst="line">
            <a:avLst/>
          </a:prstGeom>
          <a:noFill/>
          <a:ln w="19050">
            <a:solidFill>
              <a:srgbClr val="0E7C86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8860536" y="5202936"/>
            <a:ext cx="914400" cy="914400"/>
          </a:xfrm>
          <a:prstGeom prst="line">
            <a:avLst/>
          </a:prstGeom>
          <a:noFill/>
          <a:ln w="19050">
            <a:solidFill>
              <a:srgbClr val="0E7C86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9646920" y="5074920"/>
            <a:ext cx="292608" cy="29260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10744200" y="5806440"/>
            <a:ext cx="292608" cy="292608"/>
          </a:xfrm>
          <a:prstGeom prst="ellipse">
            <a:avLst/>
          </a:prstGeom>
          <a:solidFill>
            <a:srgbClr val="0E7C8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8732520" y="5989320"/>
            <a:ext cx="292608" cy="292608"/>
          </a:xfrm>
          <a:prstGeom prst="ellipse">
            <a:avLst/>
          </a:prstGeom>
          <a:solidFill>
            <a:srgbClr val="0E7C8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630936" y="488094"/>
            <a:ext cx="689999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>
                <a:solidFill>
                  <a:srgbClr val="FFA5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 ·  FACULTAD DE INGENIERÍA  ·  INGENIERÍA DE SISTEMAS</a:t>
            </a:r>
            <a:endParaRPr lang="en-US" sz="1300">
              <a:solidFill>
                <a:srgbClr val="FFA502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1890943" y="1700784"/>
            <a:ext cx="4784177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 algn="ctr">
              <a:buClr>
                <a:srgbClr val="000000"/>
              </a:buClr>
              <a:buSzPts val="4400"/>
            </a:pPr>
            <a:r>
              <a:rPr lang="en-US" sz="4000" b="1">
                <a:solidFill>
                  <a:srgbClr val="9200EE"/>
                </a:solidFill>
                <a:latin typeface="Montserrat Black"/>
              </a:rPr>
              <a:t>Big Data en la Nube</a:t>
            </a:r>
          </a:p>
        </p:txBody>
      </p:sp>
      <p:sp>
        <p:nvSpPr>
          <p:cNvPr id="12" name="Text 10"/>
          <p:cNvSpPr/>
          <p:nvPr/>
        </p:nvSpPr>
        <p:spPr>
          <a:xfrm>
            <a:off x="630936" y="296873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Clústeres Amazon EMR para Machine Learning con PySpark</a:t>
            </a:r>
            <a:endParaRPr lang="en-US" sz="2200">
              <a:solidFill>
                <a:srgbClr val="C0000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2560320" y="4085149"/>
            <a:ext cx="4970607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50" b="1">
                <a:latin typeface="Calibri" pitchFamily="34" charset="0"/>
                <a:ea typeface="Calibri" pitchFamily="34" charset="-122"/>
                <a:cs typeface="Calibri" pitchFamily="34" charset="-120"/>
              </a:rPr>
              <a:t>De un solo computador a un clúster distribuido: </a:t>
            </a:r>
            <a:r>
              <a:rPr lang="en-US" sz="1450">
                <a:latin typeface="Calibri" pitchFamily="34" charset="0"/>
                <a:ea typeface="Calibri" pitchFamily="34" charset="-122"/>
                <a:cs typeface="Calibri" pitchFamily="34" charset="-120"/>
              </a:rPr>
              <a:t>cómo procesar grandes volúmenes de datos con Hadoop y Spark, entrenar modelos de Machine Learning en la nube y conectarte a todo desde tu propio computador con VS Code y JupyterHub.</a:t>
            </a:r>
            <a:endParaRPr lang="en-US" sz="1450"/>
          </a:p>
        </p:txBody>
      </p:sp>
      <p:sp>
        <p:nvSpPr>
          <p:cNvPr id="14" name="Text 12"/>
          <p:cNvSpPr/>
          <p:nvPr/>
        </p:nvSpPr>
        <p:spPr>
          <a:xfrm>
            <a:off x="640080" y="6263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920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Alfredo  ·  Centro de Competencias Digitales (CCD) — Smart Regions Center</a:t>
            </a:r>
            <a:endParaRPr lang="en-US" sz="1150">
              <a:solidFill>
                <a:srgbClr val="9200EE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920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>
              <a:solidFill>
                <a:srgbClr val="9200EE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396240" y="979074"/>
            <a:ext cx="1164336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200" b="1">
                <a:solidFill>
                  <a:srgbClr val="9200EE"/>
                </a:solidFill>
                <a:latin typeface="Montserrat Black"/>
                <a:sym typeface="Montserrat Black"/>
              </a:rPr>
              <a:t>De cero a un clúster EMR entrenando </a:t>
            </a:r>
            <a:r>
              <a:rPr lang="en-US" sz="3200" b="1" err="1">
                <a:solidFill>
                  <a:srgbClr val="9200EE"/>
                </a:solidFill>
                <a:latin typeface="Montserrat Black"/>
                <a:sym typeface="Montserrat Black"/>
              </a:rPr>
              <a:t>modelos</a:t>
            </a:r>
            <a:r>
              <a:rPr lang="en-US" sz="3200" b="1">
                <a:solidFill>
                  <a:srgbClr val="9200EE"/>
                </a:solidFill>
                <a:latin typeface="Montserrat Black"/>
                <a:sym typeface="Montserrat Black"/>
              </a:rPr>
              <a:t> ML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713232" y="1947672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/>
          </a:p>
        </p:txBody>
      </p:sp>
      <p:sp>
        <p:nvSpPr>
          <p:cNvPr id="7" name="Text 5"/>
          <p:cNvSpPr/>
          <p:nvPr/>
        </p:nvSpPr>
        <p:spPr>
          <a:xfrm>
            <a:off x="1508760" y="1929384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del Big Data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1508760" y="2350008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un solo servidor ya no alcanza</a:t>
            </a:r>
            <a:endParaRPr lang="en-US" sz="115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6382512" y="1947672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/>
          </a:p>
        </p:txBody>
      </p:sp>
      <p:sp>
        <p:nvSpPr>
          <p:cNvPr id="11" name="Text 9"/>
          <p:cNvSpPr/>
          <p:nvPr/>
        </p:nvSpPr>
        <p:spPr>
          <a:xfrm>
            <a:off x="7178040" y="1929384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Hadoop y Spark</a:t>
            </a:r>
            <a:endParaRPr lang="en-US" sz="1450"/>
          </a:p>
        </p:txBody>
      </p:sp>
      <p:sp>
        <p:nvSpPr>
          <p:cNvPr id="12" name="Text 10"/>
          <p:cNvSpPr/>
          <p:nvPr/>
        </p:nvSpPr>
        <p:spPr>
          <a:xfrm>
            <a:off x="7178040" y="2350008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piezas que resuelven el procesamiento distribuido</a:t>
            </a:r>
            <a:endParaRPr lang="en-US" sz="115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713232" y="3364992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/>
          </a:p>
        </p:txBody>
      </p:sp>
      <p:sp>
        <p:nvSpPr>
          <p:cNvPr id="15" name="Text 13"/>
          <p:cNvSpPr/>
          <p:nvPr/>
        </p:nvSpPr>
        <p:spPr>
          <a:xfrm>
            <a:off x="1508760" y="3346704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un clúster EMR</a:t>
            </a:r>
            <a:endParaRPr lang="en-US" sz="1450"/>
          </a:p>
        </p:txBody>
      </p:sp>
      <p:sp>
        <p:nvSpPr>
          <p:cNvPr id="16" name="Text 14"/>
          <p:cNvSpPr/>
          <p:nvPr/>
        </p:nvSpPr>
        <p:spPr>
          <a:xfrm>
            <a:off x="1508760" y="3767328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master, nodos core y task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6217920" y="320040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6382512" y="3364992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/>
          </a:p>
        </p:txBody>
      </p:sp>
      <p:sp>
        <p:nvSpPr>
          <p:cNvPr id="19" name="Text 17"/>
          <p:cNvSpPr/>
          <p:nvPr/>
        </p:nvSpPr>
        <p:spPr>
          <a:xfrm>
            <a:off x="7178040" y="3346704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del clúster en AWS</a:t>
            </a:r>
            <a:endParaRPr lang="en-US" sz="1450"/>
          </a:p>
        </p:txBody>
      </p:sp>
      <p:sp>
        <p:nvSpPr>
          <p:cNvPr id="20" name="Text 18"/>
          <p:cNvSpPr/>
          <p:nvPr/>
        </p:nvSpPr>
        <p:spPr>
          <a:xfrm>
            <a:off x="7178040" y="3767328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Instancias, seguridad y herramientas</a:t>
            </a:r>
            <a:endParaRPr lang="en-US" sz="1150"/>
          </a:p>
        </p:txBody>
      </p:sp>
      <p:sp>
        <p:nvSpPr>
          <p:cNvPr id="21" name="Shape 19"/>
          <p:cNvSpPr/>
          <p:nvPr/>
        </p:nvSpPr>
        <p:spPr>
          <a:xfrm>
            <a:off x="548640" y="461772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713232" y="4782312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/>
          </a:p>
        </p:txBody>
      </p:sp>
      <p:sp>
        <p:nvSpPr>
          <p:cNvPr id="23" name="Text 21"/>
          <p:cNvSpPr/>
          <p:nvPr/>
        </p:nvSpPr>
        <p:spPr>
          <a:xfrm>
            <a:off x="1508760" y="4764024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remota</a:t>
            </a:r>
            <a:endParaRPr lang="en-US" sz="1450"/>
          </a:p>
        </p:txBody>
      </p:sp>
      <p:sp>
        <p:nvSpPr>
          <p:cNvPr id="24" name="Text 22"/>
          <p:cNvSpPr/>
          <p:nvPr/>
        </p:nvSpPr>
        <p:spPr>
          <a:xfrm>
            <a:off x="1508760" y="5184648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(SSH) y JupyterHub desde tu PC</a:t>
            </a:r>
            <a:endParaRPr lang="en-US" sz="1150"/>
          </a:p>
        </p:txBody>
      </p:sp>
      <p:sp>
        <p:nvSpPr>
          <p:cNvPr id="25" name="Shape 23"/>
          <p:cNvSpPr/>
          <p:nvPr/>
        </p:nvSpPr>
        <p:spPr>
          <a:xfrm>
            <a:off x="6217920" y="461772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6382512" y="4782312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/>
          </a:p>
        </p:txBody>
      </p:sp>
      <p:sp>
        <p:nvSpPr>
          <p:cNvPr id="27" name="Text 25"/>
          <p:cNvSpPr/>
          <p:nvPr/>
        </p:nvSpPr>
        <p:spPr>
          <a:xfrm>
            <a:off x="7178040" y="4764024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práctico PySpark ML</a:t>
            </a:r>
            <a:endParaRPr lang="en-US" sz="1450"/>
          </a:p>
        </p:txBody>
      </p:sp>
      <p:sp>
        <p:nvSpPr>
          <p:cNvPr id="28" name="Text 26"/>
          <p:cNvSpPr/>
          <p:nvPr/>
        </p:nvSpPr>
        <p:spPr>
          <a:xfrm>
            <a:off x="7178040" y="5184648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 precios con el dataset Peritazgo.csv</a:t>
            </a:r>
            <a:endParaRPr lang="en-US" sz="1150"/>
          </a:p>
        </p:txBody>
      </p:sp>
      <p:sp>
        <p:nvSpPr>
          <p:cNvPr id="29" name="Text 2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79311" y="317177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9279311" y="317177"/>
            <a:ext cx="2377440" cy="310896"/>
          </a:xfrm>
          <a:prstGeom prst="rect">
            <a:avLst/>
          </a:prstGeom>
          <a:solidFill>
            <a:srgbClr val="FFA502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914400" y="879117"/>
            <a:ext cx="1106424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200" b="1">
                <a:solidFill>
                  <a:srgbClr val="9200EE"/>
                </a:solidFill>
                <a:latin typeface="Montserrat Black"/>
                <a:sym typeface="Montserrat Black"/>
              </a:rPr>
              <a:t>¿Qué pasa cuando los datos ya no caben en un </a:t>
            </a:r>
            <a:r>
              <a:rPr lang="en-US" sz="3200" b="1" err="1">
                <a:solidFill>
                  <a:srgbClr val="9200EE"/>
                </a:solidFill>
                <a:latin typeface="Montserrat Black"/>
                <a:sym typeface="Montserrat Black"/>
              </a:rPr>
              <a:t>computador</a:t>
            </a:r>
            <a:r>
              <a:rPr lang="en-US" sz="3200" b="1">
                <a:solidFill>
                  <a:srgbClr val="9200EE"/>
                </a:solidFill>
                <a:latin typeface="Montserrat Black"/>
                <a:sym typeface="Montserrat Black"/>
              </a:rPr>
              <a:t>?</a:t>
            </a:r>
          </a:p>
        </p:txBody>
      </p:sp>
      <p:sp>
        <p:nvSpPr>
          <p:cNvPr id="5" name="Text 3"/>
          <p:cNvSpPr/>
          <p:nvPr/>
        </p:nvSpPr>
        <p:spPr>
          <a:xfrm>
            <a:off x="1348508" y="1965960"/>
            <a:ext cx="4686531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just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servidor tradicional procesa datos en un solo CPU, con RAM y disco limitados: al crecer el volumen, el tiempo de procesamiento crece o simplemente el proceso falla (out of memory).</a:t>
            </a:r>
            <a:endParaRPr lang="en-US" sz="1350"/>
          </a:p>
          <a:p>
            <a:pPr marL="177800" indent="-177800" algn="just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de entrenamiento en Machine Learning no son solo grandes: llegan en múltiples formatos, desde muchas fuentes y a gran velocidad (logs, sensores IoT, transacciones, redes sociales).</a:t>
            </a:r>
            <a:endParaRPr lang="en-US" sz="1350"/>
          </a:p>
          <a:p>
            <a:pPr marL="177800" indent="-177800" algn="just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no es "un computador más potente" (escalar verticalmente) sino repartir el trabajo entre muchos computadores que colaboran como un solo sistema: un clúster (escalar horizontalmente).</a:t>
            </a:r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6371705" y="1792224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9200EE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62940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5V del Big Data</a:t>
            </a:r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6629400" y="2496312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629400" y="24963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11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/>
          </a:p>
        </p:txBody>
      </p:sp>
      <p:sp>
        <p:nvSpPr>
          <p:cNvPr id="10" name="Text 8"/>
          <p:cNvSpPr/>
          <p:nvPr/>
        </p:nvSpPr>
        <p:spPr>
          <a:xfrm>
            <a:off x="7086600" y="2441448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 </a:t>
            </a:r>
            <a:r>
              <a:rPr lang="en-US">
                <a:solidFill>
                  <a:srgbClr val="D9E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Terabytes o petabytes de datos</a:t>
            </a:r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629400" y="3154680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629400" y="31546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11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086600" y="3099816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 </a:t>
            </a:r>
            <a:r>
              <a:rPr lang="en-US">
                <a:solidFill>
                  <a:srgbClr val="D9E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que llegan de forma continua</a:t>
            </a:r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29400" y="3813048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629400" y="38130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11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7086600" y="3758184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Variedad  </a:t>
            </a:r>
            <a:r>
              <a:rPr lang="en-US">
                <a:solidFill>
                  <a:srgbClr val="D9E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Estructurados, semiestructurados y no estructurados</a:t>
            </a:r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629400" y="4471416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6629400" y="447141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11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7086600" y="4416552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Veracidad  </a:t>
            </a:r>
            <a:r>
              <a:rPr lang="en-US">
                <a:solidFill>
                  <a:srgbClr val="D9E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y confiabilidad de los datos</a:t>
            </a:r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629400" y="5129784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6629400" y="5129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11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7086600" y="50749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 </a:t>
            </a:r>
            <a:r>
              <a:rPr lang="en-US">
                <a:solidFill>
                  <a:srgbClr val="D9E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útil para decisiones de negocio</a:t>
            </a:r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5935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4" name="Text 22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5" name="Text 23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BEAD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920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>
              <a:solidFill>
                <a:srgbClr val="9200EE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989076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Escalar verticalmente vs.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escalar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horizontalmente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37160" y="2073205"/>
            <a:ext cx="4446847" cy="3205019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411480" y="2347525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BEAD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411480" y="2347525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/>
          </a:p>
        </p:txBody>
      </p:sp>
      <p:sp>
        <p:nvSpPr>
          <p:cNvPr id="8" name="Text 6"/>
          <p:cNvSpPr/>
          <p:nvPr/>
        </p:nvSpPr>
        <p:spPr>
          <a:xfrm>
            <a:off x="1097280" y="2365813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Escalamiento vertical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457200" y="3092513"/>
            <a:ext cx="3931920" cy="20691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servidor: más RAM, más CPU, disco más grande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un límite físico y de costo: el hardware de gama alta es exponencialmente más caro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único de falla: si el servidor cae, todo el proceso se detiene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paralelismo real entre máquinas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5897880" y="2073205"/>
            <a:ext cx="4446847" cy="3205019"/>
          </a:xfrm>
          <a:prstGeom prst="roundRect">
            <a:avLst>
              <a:gd name="adj" fmla="val 1778"/>
            </a:avLst>
          </a:prstGeom>
          <a:solidFill>
            <a:srgbClr val="0E7C86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6172200" y="2347525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172200" y="2347525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6858000" y="2365813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Escalamiento horizontal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6217920" y="2966465"/>
            <a:ext cx="3931920" cy="2269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servidores “más pequeños” trabajando juntos como un clúster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(y los datos) se reparten entre nodos: procesamiento paralelo real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Tolerancia a fallos: si un nodo falla, otros continúan el trabajo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agregan más nodos a demanda: elasticidad y control de costos</a:t>
            </a:r>
            <a:endParaRPr lang="en-US" sz="1300"/>
          </a:p>
        </p:txBody>
      </p:sp>
      <p:sp>
        <p:nvSpPr>
          <p:cNvPr id="15" name="Text 13"/>
          <p:cNvSpPr/>
          <p:nvPr/>
        </p:nvSpPr>
        <p:spPr>
          <a:xfrm>
            <a:off x="1097280" y="62750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FFA5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>
              <a:solidFill>
                <a:srgbClr val="FFA502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7545705" y="6304441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20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>
              <a:solidFill>
                <a:srgbClr val="9200EE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-56197" y="862870"/>
            <a:ext cx="12304394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Apache Hadoop: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 almacenamiento y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cómputo</a:t>
            </a: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distribuidos</a:t>
            </a:r>
            <a:endParaRPr lang="en-US" sz="40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299085" y="2964561"/>
            <a:ext cx="428625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(Hadoop Distributed File System)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cada archivo en bloques (128–256 MB) y los replica (normalmente 3 copias) en distintos nodos del clúster.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MapReduce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programación que procesa esos bloques en paralelo, cerca de donde están almacenados ("llevar el cómputo a los datos", no al revés).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clúster de máquinas comunes (commodity hardware) se comporta como un solo sistema de almacenamiento y cómputo masivo, tolerante a fallos.</a:t>
            </a:r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5126357" y="2322576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400677" y="250545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archivo dividido en bloques replicados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5400677" y="3054096"/>
            <a:ext cx="1463040" cy="3108960"/>
          </a:xfrm>
          <a:prstGeom prst="roundRect">
            <a:avLst>
              <a:gd name="adj" fmla="val 3750"/>
            </a:avLst>
          </a:prstGeom>
          <a:solidFill>
            <a:srgbClr val="F6F8FB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5400677" y="314553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A</a:t>
            </a:r>
            <a:endParaRPr lang="en-US" sz="1150"/>
          </a:p>
        </p:txBody>
      </p:sp>
      <p:sp>
        <p:nvSpPr>
          <p:cNvPr id="10" name="Shape 8"/>
          <p:cNvSpPr/>
          <p:nvPr/>
        </p:nvSpPr>
        <p:spPr>
          <a:xfrm>
            <a:off x="5537837" y="3511296"/>
            <a:ext cx="1188720" cy="68580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537837" y="3511296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5537837" y="4379976"/>
            <a:ext cx="1188720" cy="685800"/>
          </a:xfrm>
          <a:prstGeom prst="roundRect">
            <a:avLst>
              <a:gd name="adj" fmla="val 6667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5537837" y="4379976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050"/>
          </a:p>
        </p:txBody>
      </p:sp>
      <p:sp>
        <p:nvSpPr>
          <p:cNvPr id="14" name="Shape 12"/>
          <p:cNvSpPr/>
          <p:nvPr/>
        </p:nvSpPr>
        <p:spPr>
          <a:xfrm>
            <a:off x="7092317" y="3054096"/>
            <a:ext cx="1463040" cy="3108960"/>
          </a:xfrm>
          <a:prstGeom prst="roundRect">
            <a:avLst>
              <a:gd name="adj" fmla="val 3750"/>
            </a:avLst>
          </a:prstGeom>
          <a:solidFill>
            <a:srgbClr val="F6F8FB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7092317" y="314553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B</a:t>
            </a:r>
            <a:endParaRPr lang="en-US" sz="1150"/>
          </a:p>
        </p:txBody>
      </p:sp>
      <p:sp>
        <p:nvSpPr>
          <p:cNvPr id="16" name="Shape 14"/>
          <p:cNvSpPr/>
          <p:nvPr/>
        </p:nvSpPr>
        <p:spPr>
          <a:xfrm>
            <a:off x="7229477" y="3511296"/>
            <a:ext cx="1188720" cy="685800"/>
          </a:xfrm>
          <a:prstGeom prst="roundRect">
            <a:avLst>
              <a:gd name="adj" fmla="val 6667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7229477" y="3511296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050"/>
          </a:p>
        </p:txBody>
      </p:sp>
      <p:sp>
        <p:nvSpPr>
          <p:cNvPr id="18" name="Shape 16"/>
          <p:cNvSpPr/>
          <p:nvPr/>
        </p:nvSpPr>
        <p:spPr>
          <a:xfrm>
            <a:off x="7229477" y="4379976"/>
            <a:ext cx="1188720" cy="68580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7229477" y="4379976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8783957" y="3054096"/>
            <a:ext cx="1463040" cy="3108960"/>
          </a:xfrm>
          <a:prstGeom prst="roundRect">
            <a:avLst>
              <a:gd name="adj" fmla="val 3750"/>
            </a:avLst>
          </a:prstGeom>
          <a:solidFill>
            <a:srgbClr val="F6F8FB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8783957" y="314553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C</a:t>
            </a:r>
            <a:endParaRPr lang="en-US" sz="1150"/>
          </a:p>
        </p:txBody>
      </p:sp>
      <p:sp>
        <p:nvSpPr>
          <p:cNvPr id="22" name="Shape 20"/>
          <p:cNvSpPr/>
          <p:nvPr/>
        </p:nvSpPr>
        <p:spPr>
          <a:xfrm>
            <a:off x="8921117" y="3511296"/>
            <a:ext cx="1188720" cy="68580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8921117" y="3511296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8921117" y="4379976"/>
            <a:ext cx="1188720" cy="68580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8921117" y="4379976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050"/>
          </a:p>
        </p:txBody>
      </p:sp>
      <p:sp>
        <p:nvSpPr>
          <p:cNvPr id="26" name="Text 24"/>
          <p:cNvSpPr/>
          <p:nvPr/>
        </p:nvSpPr>
        <p:spPr>
          <a:xfrm>
            <a:off x="5400677" y="598017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bloque se replica en al menos 2 nodos: si uno falla, los datos siguen disponibles.</a:t>
            </a:r>
            <a:endParaRPr lang="en-US" sz="1050"/>
          </a:p>
        </p:txBody>
      </p:sp>
      <p:sp>
        <p:nvSpPr>
          <p:cNvPr id="27" name="Text 2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8" name="Text 26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9" name="Text 27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662940" y="758500"/>
            <a:ext cx="1106424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Apache Spark: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procesamiento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en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memoria</a:t>
            </a:r>
          </a:p>
        </p:txBody>
      </p:sp>
      <p:sp>
        <p:nvSpPr>
          <p:cNvPr id="5" name="Text 3"/>
          <p:cNvSpPr/>
          <p:nvPr/>
        </p:nvSpPr>
        <p:spPr>
          <a:xfrm>
            <a:off x="424815" y="2294001"/>
            <a:ext cx="4137660" cy="38972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surge como evolución de MapReduce: en vez de escribir resultados intermedios en disco entre cada etapa, los mantiene en memoria RAM del clúster.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lo hace hasta 100 veces más rápido en cargas iterativas, como el entrenamiento de modelos de Machine Learning.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módulos integrados: Spark SQL (consultas), MLlib (Machine Learning), Spark Streaming (tiempo real) y GraphX (grafos).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 es la API de Python sobre Spark: la usaremos hoy para leer, transformar y entrenar un modelo sobre datos distribuidos en el clúster.</a:t>
            </a:r>
            <a:endParaRPr lang="en-US" sz="135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421687"/>
              </p:ext>
            </p:extLst>
          </p:nvPr>
        </p:nvGraphicFramePr>
        <p:xfrm>
          <a:off x="5303520" y="2071949"/>
          <a:ext cx="5303520" cy="400507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75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MapReduce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Spark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Procesamiento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lotes, en disco entre etapas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memoria (RAM), mucho más rápido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→ Shuffle → Reduce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DAG de transformaciones flexibles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Facilidad de uso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Java verboso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APIs en Python, Scala, SQL, R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Casos de uso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Procesos batch simples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ML, streaming, SQL, grafos, batch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Velocidad típica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1x (referencia)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Hasta 100x más rápido en memoria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8" name="Text 5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9" name="Text 6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solidFill>
            <a:srgbClr val="9200E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FFA5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EMR</a:t>
            </a:r>
            <a:endParaRPr lang="en-US" sz="1100">
              <a:solidFill>
                <a:srgbClr val="FFA502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¿Qué problema resuelve EMR?</a:t>
            </a:r>
          </a:p>
        </p:txBody>
      </p:sp>
      <p:sp>
        <p:nvSpPr>
          <p:cNvPr id="5" name="Text 3"/>
          <p:cNvSpPr/>
          <p:nvPr/>
        </p:nvSpPr>
        <p:spPr>
          <a:xfrm>
            <a:off x="213360" y="2459736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EMR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y configurar manualmente Hadoop, Spark, YARN y sus dependencias en cada servidor. Ajustar redes, versiones compatibles y seguridad. Escalar el clúster a mano.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Amazon EMR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administrado que aprovisiona en minutos un clúster completo con Hadoop, Spark, Hive, JupyterHub, etc. ya instalados, configurados y afinados para trabajar juntos sobre instancias EC2.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frase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le quita al equipo de datos la carga operativa de administrar infraestructura distribuida, para que se concentre en el análisis y el modelo.</a:t>
            </a:r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5745480" y="1801368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1B2A4A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019800" y="19842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EMR entrega listo para usar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6019800" y="25146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339840" y="241401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Aprovisionamiento del clúster en minutos, no en días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6019800" y="306324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6339840" y="2962656"/>
            <a:ext cx="448056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Hadoop (HDFS + YARN) y Spark </a:t>
            </a:r>
            <a:r>
              <a:rPr lang="en-US" sz="125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preinstalados</a:t>
            </a: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y </a:t>
            </a:r>
            <a:r>
              <a:rPr lang="en-US" sz="125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afinados</a:t>
            </a:r>
            <a:endParaRPr lang="en-US" sz="1250" err="1">
              <a:latin typeface="Calibri"/>
              <a:ea typeface="Calibri"/>
              <a:cs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19800" y="361188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6339840" y="351129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nativa con S3, JupyterHub y notebooks</a:t>
            </a:r>
            <a:endParaRPr lang="en-US" sz="1250"/>
          </a:p>
        </p:txBody>
      </p:sp>
      <p:sp>
        <p:nvSpPr>
          <p:cNvPr id="14" name="Shape 12"/>
          <p:cNvSpPr/>
          <p:nvPr/>
        </p:nvSpPr>
        <p:spPr>
          <a:xfrm>
            <a:off x="6019800" y="416052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339840" y="405993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Elasticidad: agregar o quitar nodos según la carga</a:t>
            </a:r>
            <a:endParaRPr lang="en-US" sz="1250"/>
          </a:p>
        </p:txBody>
      </p:sp>
      <p:sp>
        <p:nvSpPr>
          <p:cNvPr id="16" name="Shape 14"/>
          <p:cNvSpPr/>
          <p:nvPr/>
        </p:nvSpPr>
        <p:spPr>
          <a:xfrm>
            <a:off x="6019800" y="470916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6339840" y="460857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Terminación automática para controlar costos</a:t>
            </a:r>
            <a:endParaRPr lang="en-US" sz="1250"/>
          </a:p>
        </p:txBody>
      </p:sp>
      <p:sp>
        <p:nvSpPr>
          <p:cNvPr id="18" name="Shape 16"/>
          <p:cNvSpPr/>
          <p:nvPr/>
        </p:nvSpPr>
        <p:spPr>
          <a:xfrm>
            <a:off x="6019800" y="52578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6339840" y="515721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integrada con IAM, VPC y grupos de seguridad</a:t>
            </a:r>
            <a:endParaRPr lang="en-US" sz="1250"/>
          </a:p>
        </p:txBody>
      </p:sp>
      <p:sp>
        <p:nvSpPr>
          <p:cNvPr id="20" name="Text 1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1" name="Text 19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297180" y="794694"/>
            <a:ext cx="1106424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Anatomía de un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clúster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EMR</a:t>
            </a:r>
          </a:p>
        </p:txBody>
      </p:sp>
      <p:sp>
        <p:nvSpPr>
          <p:cNvPr id="5" name="Shape 3"/>
          <p:cNvSpPr/>
          <p:nvPr/>
        </p:nvSpPr>
        <p:spPr>
          <a:xfrm>
            <a:off x="4343400" y="1609344"/>
            <a:ext cx="2971800" cy="1508760"/>
          </a:xfrm>
          <a:prstGeom prst="roundRect">
            <a:avLst>
              <a:gd name="adj" fmla="val 4848"/>
            </a:avLst>
          </a:prstGeom>
          <a:solidFill>
            <a:srgbClr val="1B2A4A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572000" y="184708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MASTER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4572000" y="2139696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 el clúster: YARN ResourceManager, HDFS NameNode y el driver de Spark</a:t>
            </a:r>
            <a:endParaRPr lang="en-US" sz="1100"/>
          </a:p>
        </p:txBody>
      </p:sp>
      <p:sp>
        <p:nvSpPr>
          <p:cNvPr id="8" name="Shape 6"/>
          <p:cNvSpPr/>
          <p:nvPr/>
        </p:nvSpPr>
        <p:spPr>
          <a:xfrm flipV="1">
            <a:off x="1897812" y="3081528"/>
            <a:ext cx="3717984" cy="822960"/>
          </a:xfrm>
          <a:prstGeom prst="line">
            <a:avLst/>
          </a:prstGeom>
          <a:noFill/>
          <a:ln w="22225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 flipH="1">
            <a:off x="5615795" y="3099816"/>
            <a:ext cx="0" cy="786384"/>
          </a:xfrm>
          <a:prstGeom prst="line">
            <a:avLst/>
          </a:prstGeom>
          <a:noFill/>
          <a:ln w="22225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 flipH="1" flipV="1">
            <a:off x="5615796" y="3081528"/>
            <a:ext cx="3154679" cy="854922"/>
          </a:xfrm>
          <a:prstGeom prst="line">
            <a:avLst/>
          </a:prstGeom>
          <a:noFill/>
          <a:ln w="22225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685800" y="3886200"/>
            <a:ext cx="2880360" cy="1965960"/>
          </a:xfrm>
          <a:prstGeom prst="roundRect">
            <a:avLst>
              <a:gd name="adj" fmla="val 3721"/>
            </a:avLst>
          </a:prstGeom>
          <a:solidFill>
            <a:srgbClr val="D9EEE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868680" y="40233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CORE 1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868680" y="4315968"/>
            <a:ext cx="2514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DataNode +</a:t>
            </a:r>
            <a:endParaRPr lang="en-US" sz="1150"/>
          </a:p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NodeManager</a:t>
            </a:r>
            <a:endParaRPr lang="en-US" sz="1150"/>
          </a:p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 y procesa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4160520" y="3886200"/>
            <a:ext cx="2880360" cy="1965960"/>
          </a:xfrm>
          <a:prstGeom prst="roundRect">
            <a:avLst>
              <a:gd name="adj" fmla="val 3721"/>
            </a:avLst>
          </a:prstGeom>
          <a:solidFill>
            <a:srgbClr val="D9EEE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343400" y="40233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CORE 2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4343400" y="4315968"/>
            <a:ext cx="2514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DataNode +</a:t>
            </a:r>
            <a:endParaRPr lang="en-US" sz="1150"/>
          </a:p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NodeManager</a:t>
            </a:r>
            <a:endParaRPr lang="en-US" sz="1150"/>
          </a:p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 y procesa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7374867" y="3886200"/>
            <a:ext cx="2880360" cy="1965960"/>
          </a:xfrm>
          <a:prstGeom prst="roundRect">
            <a:avLst>
              <a:gd name="adj" fmla="val 3721"/>
            </a:avLst>
          </a:prstGeom>
          <a:solidFill>
            <a:srgbClr val="FBEAD0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7818120" y="40233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TASK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7818120" y="4315968"/>
            <a:ext cx="2514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YARN NodeManager</a:t>
            </a:r>
            <a:endParaRPr lang="en-US" sz="1150"/>
          </a:p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procesa (sin HDFS)</a:t>
            </a:r>
            <a:endParaRPr lang="en-US" sz="1150"/>
          </a:p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 / elástico</a:t>
            </a:r>
            <a:endParaRPr lang="en-US" sz="1150"/>
          </a:p>
        </p:txBody>
      </p:sp>
      <p:sp>
        <p:nvSpPr>
          <p:cNvPr id="20" name="Text 18"/>
          <p:cNvSpPr/>
          <p:nvPr/>
        </p:nvSpPr>
        <p:spPr>
          <a:xfrm>
            <a:off x="-257175" y="6069021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clúster mínimo necesita 1 nodo master + al menos 1 nodo core. Los nodos task son opcionales y añaden solo capacidad de cómputo.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274320" y="923544"/>
            <a:ext cx="1106424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Roles y responsabilidades de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cada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nodo</a:t>
            </a:r>
            <a:endParaRPr lang="en-US" sz="36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283464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¿Qué ejecuta?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¿Almacena datos (HDFS)?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¿Puede fallar el clúster si cae?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YARN ResourceManager · HDFS NameNode · Driver de Spark · JupyterHub/Livy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Metadatos, no bloques de datos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 — es el punto crítico (por eso EMR permite modo multi-master)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(Worker)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YARN NodeManager · HDFS DataNode · Executors de Spark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Sí, almacena bloques HDFS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otros nodos core continúan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(Worker)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YARN NodeManager · Executors de Spark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almacena HDFS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solo se pierde capacidad de cómputo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BEAD0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4"/>
          <p:cNvSpPr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clave:  </a:t>
            </a:r>
            <a:r>
              <a:rPr lang="en-US" sz="12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nodos core acercan el cómputo a los datos (HDFS + YARN en la misma máquina). Los nodos task solo aportan poder de cómputo adicional y se pueden agregar o quitar sin arriesgar los datos almacenados — ideales para instancias Spot más económicas.</a:t>
            </a:r>
            <a:endParaRPr lang="en-US" sz="1250"/>
          </a:p>
        </p:txBody>
      </p:sp>
      <p:sp>
        <p:nvSpPr>
          <p:cNvPr id="8" name="Text 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9" name="Text 6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5" name="Text 7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-6400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32435" y="-68723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FFA5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>
              <a:solidFill>
                <a:srgbClr val="FFA502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215265" y="626602"/>
            <a:ext cx="1106424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YARN: el gestor de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recursos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del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clúster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533400" y="2749677"/>
            <a:ext cx="4552950" cy="29679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just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= Yet Another Resource Negotiator</a:t>
            </a:r>
            <a:endParaRPr lang="en-US" sz="1350"/>
          </a:p>
          <a:p>
            <a:pPr algn="just">
              <a:lnSpc>
                <a:spcPct val="125000"/>
              </a:lnSpc>
              <a:buSzPct val="100000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capa que decide qué aplicación (un job de Spark, una consulta Hive) usa qué CPU y memoria, y en qué nodo, dentro del clúster.</a:t>
            </a:r>
            <a:endParaRPr lang="en-US" sz="1350"/>
          </a:p>
          <a:p>
            <a:pPr marL="177800" indent="-177800" algn="just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ResourceManager (en el master)</a:t>
            </a:r>
            <a:endParaRPr lang="en-US" sz="1350"/>
          </a:p>
          <a:p>
            <a:pPr algn="just">
              <a:lnSpc>
                <a:spcPct val="125000"/>
              </a:lnSpc>
              <a:buSzPct val="100000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las solicitudes de recursos y decide cómo repartirlas entre los nodos disponibles.</a:t>
            </a:r>
            <a:endParaRPr lang="en-US" sz="1350"/>
          </a:p>
          <a:p>
            <a:pPr marL="177800" indent="-177800" algn="just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NodeManager (en cada core/task)</a:t>
            </a:r>
            <a:endParaRPr lang="en-US" sz="1350"/>
          </a:p>
          <a:p>
            <a:pPr algn="just">
              <a:lnSpc>
                <a:spcPct val="125000"/>
              </a:lnSpc>
              <a:buSzPct val="100000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ejecuta en cada nodo trabajador, reporta su capacidad disponible y lanza los "contenedores" donde corre el trabajo real (los executors de Spark).</a:t>
            </a:r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5490210" y="2151697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905500" y="250545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una aplicación Spark en YARN</a:t>
            </a:r>
            <a:endParaRPr lang="en-US" sz="1350"/>
          </a:p>
        </p:txBody>
      </p:sp>
      <p:sp>
        <p:nvSpPr>
          <p:cNvPr id="8" name="Shape 6"/>
          <p:cNvSpPr/>
          <p:nvPr/>
        </p:nvSpPr>
        <p:spPr>
          <a:xfrm>
            <a:off x="5905500" y="2962656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5905500" y="29626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6408420" y="2898648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driver (en el master) pide recursos al ResourceManager</a:t>
            </a:r>
            <a:endParaRPr lang="en-US" sz="1150"/>
          </a:p>
        </p:txBody>
      </p:sp>
      <p:sp>
        <p:nvSpPr>
          <p:cNvPr id="11" name="Shape 9"/>
          <p:cNvSpPr/>
          <p:nvPr/>
        </p:nvSpPr>
        <p:spPr>
          <a:xfrm>
            <a:off x="5905500" y="3648456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5905500" y="36484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6408420" y="3584448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ResourceManager negocia contenedores con los NodeManager de cada nodo core/task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5905500" y="4334256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905500" y="43342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6408420" y="4270248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lanzan los executors de Spark dentro de esos contenedores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5905500" y="5020056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5905500" y="50200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6408420" y="4956048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executors procesan las particiones de datos en paralelo</a:t>
            </a:r>
            <a:endParaRPr lang="en-US" sz="1150"/>
          </a:p>
        </p:txBody>
      </p:sp>
      <p:sp>
        <p:nvSpPr>
          <p:cNvPr id="20" name="Shape 18"/>
          <p:cNvSpPr/>
          <p:nvPr/>
        </p:nvSpPr>
        <p:spPr>
          <a:xfrm>
            <a:off x="5905500" y="5705856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5905500" y="5705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6408420" y="5641848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resultados regresan al driver, que consolida la respuesta</a:t>
            </a:r>
            <a:endParaRPr lang="en-US" sz="1150"/>
          </a:p>
        </p:txBody>
      </p:sp>
      <p:sp>
        <p:nvSpPr>
          <p:cNvPr id="23" name="Text 21"/>
          <p:cNvSpPr/>
          <p:nvPr/>
        </p:nvSpPr>
        <p:spPr>
          <a:xfrm>
            <a:off x="548640" y="63367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4" name="Text 22"/>
          <p:cNvSpPr/>
          <p:nvPr/>
        </p:nvSpPr>
        <p:spPr>
          <a:xfrm>
            <a:off x="8641080" y="6391655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5" name="Text 23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PASO 1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2800" b="1">
                <a:solidFill>
                  <a:srgbClr val="9200EE"/>
                </a:solidFill>
                <a:latin typeface="Montserrat Black"/>
              </a:rPr>
              <a:t>Crear el clúster EMR en la </a:t>
            </a:r>
            <a:r>
              <a:rPr lang="en-US" sz="2800" b="1" err="1">
                <a:solidFill>
                  <a:srgbClr val="9200EE"/>
                </a:solidFill>
                <a:latin typeface="Montserrat Black"/>
              </a:rPr>
              <a:t>consola</a:t>
            </a:r>
            <a:r>
              <a:rPr lang="en-US" sz="2800" b="1">
                <a:solidFill>
                  <a:srgbClr val="9200EE"/>
                </a:solidFill>
                <a:latin typeface="Montserrat Black"/>
              </a:rPr>
              <a:t>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2800" b="1">
                <a:solidFill>
                  <a:srgbClr val="9200EE"/>
                </a:solidFill>
                <a:latin typeface="Montserrat Black"/>
              </a:rPr>
              <a:t>de AWS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/>
          </a:p>
        </p:txBody>
      </p:sp>
      <p:sp>
        <p:nvSpPr>
          <p:cNvPr id="7" name="Text 5"/>
          <p:cNvSpPr/>
          <p:nvPr/>
        </p:nvSpPr>
        <p:spPr>
          <a:xfrm>
            <a:off x="1097280" y="175564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versión de EMR release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emr-8.x — incluye versiones probadas de Hadoop, Spark y JupyterHub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548640" y="2363724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548640" y="23637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1097280" y="233629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a instalar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Marcar: Hadoop, Spark, JupyterEnterpriseGateway/JupyterHub, Livy (para conectar VS Code/Jupyter remoto)</a:t>
            </a:r>
            <a:endParaRPr lang="en-US" sz="1200"/>
          </a:p>
        </p:txBody>
      </p:sp>
      <p:sp>
        <p:nvSpPr>
          <p:cNvPr id="11" name="Shape 9"/>
          <p:cNvSpPr/>
          <p:nvPr/>
        </p:nvSpPr>
        <p:spPr>
          <a:xfrm>
            <a:off x="548640" y="294436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/>
          </a:p>
        </p:txBody>
      </p:sp>
      <p:sp>
        <p:nvSpPr>
          <p:cNvPr id="13" name="Text 11"/>
          <p:cNvSpPr/>
          <p:nvPr/>
        </p:nvSpPr>
        <p:spPr>
          <a:xfrm>
            <a:off x="1097280" y="2916936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hardware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Master: 1 nodo m5.xlarge. Core: 2 nodos m5.xlarge (large) como pide el ejercicio. Task: opcional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48640" y="352501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48640" y="35250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/>
          </a:p>
        </p:txBody>
      </p:sp>
      <p:sp>
        <p:nvSpPr>
          <p:cNvPr id="16" name="Text 14"/>
          <p:cNvSpPr/>
          <p:nvPr/>
        </p:nvSpPr>
        <p:spPr>
          <a:xfrm>
            <a:off x="1097280" y="34975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operativo base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usa Amazon Linux 2 sobre las instancias EC2 (no Ubuntu genérico); las herramientas que necesites (librerías Python, etc.) se instalan vía bootstrap actions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548640" y="4105656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548640" y="4105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/>
          </a:p>
        </p:txBody>
      </p:sp>
      <p:sp>
        <p:nvSpPr>
          <p:cNvPr id="19" name="Text 17"/>
          <p:cNvSpPr/>
          <p:nvPr/>
        </p:nvSpPr>
        <p:spPr>
          <a:xfrm>
            <a:off x="1097280" y="4078224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(VPC / subred)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una VPC con acceso a internet (NAT o IP pública) para poder conectarte desde tu PC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48640" y="468630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548640" y="46863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/>
          </a:p>
        </p:txBody>
      </p:sp>
      <p:sp>
        <p:nvSpPr>
          <p:cNvPr id="22" name="Text 20"/>
          <p:cNvSpPr/>
          <p:nvPr/>
        </p:nvSpPr>
        <p:spPr>
          <a:xfrm>
            <a:off x="1097280" y="46588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llaves EC2 (Key Pair)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Obligatorio para SSH: lo necesitarás para VS Code y para el túnel de JupyterHub</a:t>
            </a:r>
            <a:endParaRPr lang="en-US" sz="1200"/>
          </a:p>
        </p:txBody>
      </p:sp>
      <p:sp>
        <p:nvSpPr>
          <p:cNvPr id="23" name="Shape 21"/>
          <p:cNvSpPr/>
          <p:nvPr/>
        </p:nvSpPr>
        <p:spPr>
          <a:xfrm>
            <a:off x="548640" y="5266944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548640" y="52669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/>
          </a:p>
        </p:txBody>
      </p:sp>
      <p:sp>
        <p:nvSpPr>
          <p:cNvPr id="25" name="Text 23"/>
          <p:cNvSpPr/>
          <p:nvPr/>
        </p:nvSpPr>
        <p:spPr>
          <a:xfrm>
            <a:off x="1097280" y="523951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servicio y rol de instancia (IAM)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para que EMR administre EC2, S3 y CloudWatch en tu nombre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7" name="Text 25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12"/>
          <p:cNvSpPr/>
          <p:nvPr/>
        </p:nvSpPr>
        <p:spPr>
          <a:xfrm>
            <a:off x="1483995" y="182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 DEL TALLER · AWS ACADEMY</a:t>
            </a:r>
            <a:endParaRPr lang="en-US" sz="1300"/>
          </a:p>
        </p:txBody>
      </p:sp>
      <p:sp>
        <p:nvSpPr>
          <p:cNvPr id="15" name="Text 13"/>
          <p:cNvSpPr/>
          <p:nvPr/>
        </p:nvSpPr>
        <p:spPr>
          <a:xfrm>
            <a:off x="1280161" y="905256"/>
            <a:ext cx="5806440" cy="3385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buClr>
                <a:srgbClr val="000000"/>
              </a:buClr>
              <a:buSzPts val="1400"/>
            </a:pPr>
            <a:r>
              <a:rPr lang="en-US" sz="4400" b="1">
                <a:solidFill>
                  <a:schemeClr val="lt1"/>
                </a:solidFill>
                <a:latin typeface="Montserrat Black"/>
                <a:sym typeface="Montserrat Black"/>
              </a:rPr>
              <a:t>Verificación del </a:t>
            </a:r>
            <a:r>
              <a:rPr lang="en-US" sz="4400" b="1" err="1">
                <a:solidFill>
                  <a:schemeClr val="lt1"/>
                </a:solidFill>
                <a:latin typeface="Montserrat Black"/>
                <a:sym typeface="Montserrat Black"/>
              </a:rPr>
              <a:t>nodo</a:t>
            </a:r>
            <a:r>
              <a:rPr lang="en-US" sz="4400" b="1">
                <a:solidFill>
                  <a:schemeClr val="lt1"/>
                </a:solidFill>
                <a:latin typeface="Montserrat Black"/>
                <a:sym typeface="Montserrat Black"/>
              </a:rPr>
              <a:t> Master</a:t>
            </a:r>
          </a:p>
          <a:p>
            <a:pPr>
              <a:buClr>
                <a:srgbClr val="000000"/>
              </a:buClr>
              <a:buSzPts val="1400"/>
            </a:pPr>
            <a:r>
              <a:rPr lang="en-US" sz="4400" b="1">
                <a:solidFill>
                  <a:schemeClr val="lt1"/>
                </a:solidFill>
                <a:latin typeface="Montserrat Black"/>
                <a:sym typeface="Montserrat Black"/>
              </a:rPr>
              <a:t>y acceso web a Hadoop/Spark </a:t>
            </a:r>
            <a:r>
              <a:rPr lang="en-US" sz="4400" b="1" err="1">
                <a:solidFill>
                  <a:schemeClr val="lt1"/>
                </a:solidFill>
                <a:latin typeface="Montserrat Black"/>
                <a:sym typeface="Montserrat Black"/>
              </a:rPr>
              <a:t>en</a:t>
            </a:r>
            <a:r>
              <a:rPr lang="en-US" sz="4400" b="1">
                <a:solidFill>
                  <a:schemeClr val="lt1"/>
                </a:solidFill>
                <a:latin typeface="Montserrat Black"/>
                <a:sym typeface="Montserrat Black"/>
              </a:rPr>
              <a:t> EMR</a:t>
            </a:r>
          </a:p>
        </p:txBody>
      </p:sp>
      <p:sp>
        <p:nvSpPr>
          <p:cNvPr id="16" name="Text 14"/>
          <p:cNvSpPr/>
          <p:nvPr/>
        </p:nvSpPr>
        <p:spPr>
          <a:xfrm>
            <a:off x="640080" y="4647414"/>
            <a:ext cx="62903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para confirmar que los servicios del clúster están activos y para abrir YARN, HDFS, Spark History y JupyterHub desde tu computador local mediante un túnel SSH.</a:t>
            </a:r>
            <a:endParaRPr lang="en-US" sz="1400"/>
          </a:p>
        </p:txBody>
      </p:sp>
      <p:sp>
        <p:nvSpPr>
          <p:cNvPr id="17" name="Shape 15"/>
          <p:cNvSpPr/>
          <p:nvPr/>
        </p:nvSpPr>
        <p:spPr>
          <a:xfrm>
            <a:off x="640080" y="6080760"/>
            <a:ext cx="1280160" cy="0"/>
          </a:xfrm>
          <a:prstGeom prst="line">
            <a:avLst/>
          </a:prstGeom>
          <a:noFill/>
          <a:ln w="317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64008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920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 que faltaron en la presentación original</a:t>
            </a:r>
            <a:endParaRPr lang="en-US" sz="1200">
              <a:solidFill>
                <a:srgbClr val="9200EE"/>
              </a:solidFill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5C031A0F-BBCA-F4D3-B4B4-851695F3C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710" y="1624608"/>
            <a:ext cx="4573870" cy="31006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65998F-0927-FEF9-C63B-ACBF77827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313" y="463094"/>
            <a:ext cx="9864621" cy="1354217"/>
          </a:xfrm>
        </p:spPr>
        <p:txBody>
          <a:bodyPr/>
          <a:lstStyle/>
          <a:p>
            <a:r>
              <a:rPr lang="es-ES"/>
              <a:t>Ingresar a </a:t>
            </a:r>
            <a:r>
              <a:rPr lang="es-ES" err="1"/>
              <a:t>Academy</a:t>
            </a:r>
            <a:r>
              <a:rPr lang="es-ES"/>
              <a:t> Learner Lab</a:t>
            </a:r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E6FA3E9-FFDA-B583-0A42-F4EF77347E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250" y="1689409"/>
            <a:ext cx="6949206" cy="4101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731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22301-D14D-CB97-C1A0-95A83631A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92069A0-484C-D4B6-96D7-75A8E8FC7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07835" y="181088"/>
            <a:ext cx="7119414" cy="1354217"/>
          </a:xfrm>
        </p:spPr>
        <p:txBody>
          <a:bodyPr/>
          <a:lstStyle/>
          <a:p>
            <a:r>
              <a:rPr lang="es-ES"/>
              <a:t>Lanzamos el laboratorio</a:t>
            </a:r>
            <a:endParaRPr lang="es-CO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8375D93-B405-9788-960B-8C414158A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0110" y="1461031"/>
            <a:ext cx="6832712" cy="464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314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4117F-183A-96E5-1545-2855C81B3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32B11BA-C38B-E55A-4D42-01C08B9F5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Seleccionamos EMR</a:t>
            </a:r>
            <a:endParaRPr lang="es-CO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89E37FC-17BA-0CA4-1BBE-A4B1E1348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783" y="1361055"/>
            <a:ext cx="10109703" cy="492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5715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D0F49-1810-2E5F-01DE-A253C88C2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6EAE1C6-D578-157B-FC8C-BAD897EF0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Creamos el </a:t>
            </a:r>
            <a:r>
              <a:rPr lang="es-ES" err="1"/>
              <a:t>cluster</a:t>
            </a:r>
            <a:endParaRPr lang="es-CO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0F4D844-9ADC-3AA9-98A8-AA2B4680C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0464" y="1582483"/>
            <a:ext cx="9059539" cy="454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5322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17244-8E5B-DFBB-59FD-7BFD33281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B16316-F835-0A22-3356-CE52C9FB9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Completa la forma</a:t>
            </a:r>
            <a:endParaRPr lang="es-CO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50FA91B-A09A-FBD3-2089-14B279245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027" y="1518415"/>
            <a:ext cx="6237199" cy="4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308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950976" cy="292608"/>
          </a:xfrm>
          <a:prstGeom prst="rect">
            <a:avLst/>
          </a:prstGeom>
          <a:solidFill>
            <a:srgbClr val="FFA50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206943" y="676656"/>
            <a:ext cx="100584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Verificar qué puertos </a:t>
            </a:r>
          </a:p>
          <a:p>
            <a:pPr marL="457200" indent="-228600"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están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escuchando</a:t>
            </a:r>
            <a:endParaRPr lang="en-US" sz="4400" b="1">
              <a:solidFill>
                <a:srgbClr val="9200EE"/>
              </a:solidFill>
              <a:latin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20191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esto dentro del nodo master, conectado por SSH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320040" y="2416904"/>
            <a:ext cx="11247120" cy="1600200"/>
          </a:xfrm>
          <a:prstGeom prst="roundRect">
            <a:avLst>
              <a:gd name="adj" fmla="val 4571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48640" y="2581496"/>
            <a:ext cx="1078992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ss -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tuln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 grep -E ':(22|8998|8443|9443|8088|18080|9870|50070|8020)\b'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6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250" i="1" dirty="0" err="1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alternativa</a:t>
            </a:r>
            <a:r>
              <a:rPr lang="en-US" sz="1250" i="1" dirty="0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50" i="1" dirty="0" err="1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</a:t>
            </a:r>
            <a:r>
              <a:rPr lang="en-US" sz="1250" i="1" dirty="0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 </a:t>
            </a:r>
            <a:r>
              <a:rPr lang="en-US" sz="1250" i="1" dirty="0" err="1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existe</a:t>
            </a:r>
            <a:r>
              <a:rPr lang="en-US" sz="1250" i="1" dirty="0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'ss':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netstat -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tuln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 grep -E ':(22|8998|8443|9443|8088|18080|9870|50070|8020)\b'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0040" y="4337144"/>
            <a:ext cx="11247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3EA"/>
            </a:solidFill>
            <a:prstDash val="solid"/>
          </a:ln>
          <a:effectLst>
            <a:outerShdw blurRad="101600" dist="25400" dir="5400000" algn="bl" rotWithShape="0">
              <a:srgbClr val="1B2A41">
                <a:alpha val="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40080" y="45474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significa el resultado?</a:t>
            </a:r>
            <a:endParaRPr lang="en-US" sz="1500"/>
          </a:p>
        </p:txBody>
      </p:sp>
      <p:sp>
        <p:nvSpPr>
          <p:cNvPr id="10" name="Shape 8"/>
          <p:cNvSpPr/>
          <p:nvPr/>
        </p:nvSpPr>
        <p:spPr>
          <a:xfrm>
            <a:off x="640080" y="5068664"/>
            <a:ext cx="146304" cy="14630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914400" y="50046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r>
              <a:rPr lang="en-US" sz="13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el puerto aparece como </a:t>
            </a:r>
            <a:r>
              <a:rPr lang="en-US" sz="13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0.0.0.0:8088</a:t>
            </a:r>
            <a:r>
              <a:rPr lang="en-US" sz="13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3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:::8088</a:t>
            </a:r>
            <a:r>
              <a:rPr lang="en-US" sz="13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 servicio está activo y disponible.</a:t>
            </a:r>
            <a:endParaRPr lang="en-US" sz="1300"/>
          </a:p>
        </p:txBody>
      </p:sp>
      <p:sp>
        <p:nvSpPr>
          <p:cNvPr id="12" name="Text 10"/>
          <p:cNvSpPr/>
          <p:nvPr/>
        </p:nvSpPr>
        <p:spPr>
          <a:xfrm>
            <a:off x="640080" y="5571584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puerto no aparece en la lista, ese servicio aún no arrancó o no está expuesto — revisa el paso 2 (jps -l) antes de continuar con el túnel SSH.</a:t>
            </a:r>
            <a:endParaRPr lang="en-US" sz="125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14" name="Text 12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17959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65760" y="217959"/>
            <a:ext cx="950976" cy="292608"/>
          </a:xfrm>
          <a:prstGeom prst="rect">
            <a:avLst/>
          </a:prstGeom>
          <a:solidFill>
            <a:srgbClr val="FFA50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137160" y="583052"/>
            <a:ext cx="10515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Ver los servicios de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Hadoop/Spark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en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ejecución</a:t>
            </a:r>
            <a:endParaRPr lang="en-US" sz="36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1617229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nodo master, cada servicio corre como un proceso Java independiente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365760" y="2056141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94360" y="2220733"/>
            <a:ext cx="3566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jps -l</a:t>
            </a:r>
            <a:endParaRPr lang="en-US" sz="1250"/>
          </a:p>
        </p:txBody>
      </p:sp>
      <p:sp>
        <p:nvSpPr>
          <p:cNvPr id="8" name="Text 6"/>
          <p:cNvSpPr/>
          <p:nvPr/>
        </p:nvSpPr>
        <p:spPr>
          <a:xfrm>
            <a:off x="365760" y="2924821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que deberías ver:</a:t>
            </a:r>
            <a:endParaRPr lang="en-US" sz="1400"/>
          </a:p>
        </p:txBody>
      </p:sp>
      <p:sp>
        <p:nvSpPr>
          <p:cNvPr id="9" name="Shape 7"/>
          <p:cNvSpPr/>
          <p:nvPr/>
        </p:nvSpPr>
        <p:spPr>
          <a:xfrm>
            <a:off x="365760" y="3336301"/>
            <a:ext cx="9509760" cy="649224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594360" y="3391165"/>
            <a:ext cx="6949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org.apache.hadoop.hdfs.server.namenode.NameNode</a:t>
            </a:r>
            <a:endParaRPr lang="en-US" sz="1100"/>
          </a:p>
        </p:txBody>
      </p:sp>
      <p:sp>
        <p:nvSpPr>
          <p:cNvPr id="11" name="Text 9"/>
          <p:cNvSpPr/>
          <p:nvPr/>
        </p:nvSpPr>
        <p:spPr>
          <a:xfrm>
            <a:off x="5630779" y="3391165"/>
            <a:ext cx="26517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— NameNode</a:t>
            </a:r>
            <a:endParaRPr lang="en-US" sz="1250"/>
          </a:p>
        </p:txBody>
      </p:sp>
      <p:sp>
        <p:nvSpPr>
          <p:cNvPr id="12" name="Shape 10"/>
          <p:cNvSpPr/>
          <p:nvPr/>
        </p:nvSpPr>
        <p:spPr>
          <a:xfrm>
            <a:off x="8419699" y="3455173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8419699" y="3455173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9870</a:t>
            </a:r>
            <a:endParaRPr lang="en-US" sz="900"/>
          </a:p>
        </p:txBody>
      </p:sp>
      <p:sp>
        <p:nvSpPr>
          <p:cNvPr id="14" name="Shape 12"/>
          <p:cNvSpPr/>
          <p:nvPr/>
        </p:nvSpPr>
        <p:spPr>
          <a:xfrm>
            <a:off x="365760" y="4113541"/>
            <a:ext cx="9509760" cy="649224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94360" y="4168405"/>
            <a:ext cx="6949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org.apache.hadoop.yarn.server.resourcemanager.ResourceManager</a:t>
            </a:r>
            <a:endParaRPr lang="en-US" sz="1100"/>
          </a:p>
        </p:txBody>
      </p:sp>
      <p:sp>
        <p:nvSpPr>
          <p:cNvPr id="16" name="Text 14"/>
          <p:cNvSpPr/>
          <p:nvPr/>
        </p:nvSpPr>
        <p:spPr>
          <a:xfrm>
            <a:off x="5630779" y="4168405"/>
            <a:ext cx="26517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— ResourceManager</a:t>
            </a:r>
            <a:endParaRPr lang="en-US" sz="1250"/>
          </a:p>
        </p:txBody>
      </p:sp>
      <p:sp>
        <p:nvSpPr>
          <p:cNvPr id="17" name="Shape 15"/>
          <p:cNvSpPr/>
          <p:nvPr/>
        </p:nvSpPr>
        <p:spPr>
          <a:xfrm>
            <a:off x="8419699" y="4232413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8419699" y="4232413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8088</a:t>
            </a:r>
            <a:endParaRPr lang="en-US" sz="900"/>
          </a:p>
        </p:txBody>
      </p:sp>
      <p:sp>
        <p:nvSpPr>
          <p:cNvPr id="19" name="Shape 17"/>
          <p:cNvSpPr/>
          <p:nvPr/>
        </p:nvSpPr>
        <p:spPr>
          <a:xfrm>
            <a:off x="365760" y="4890781"/>
            <a:ext cx="9509760" cy="649224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594360" y="4945645"/>
            <a:ext cx="6949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org.apache.spark.deploy.history.HistoryServer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5630779" y="4945645"/>
            <a:ext cx="26517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History Server</a:t>
            </a:r>
            <a:endParaRPr lang="en-US" sz="1250"/>
          </a:p>
        </p:txBody>
      </p:sp>
      <p:sp>
        <p:nvSpPr>
          <p:cNvPr id="22" name="Shape 20"/>
          <p:cNvSpPr/>
          <p:nvPr/>
        </p:nvSpPr>
        <p:spPr>
          <a:xfrm>
            <a:off x="8419699" y="5009653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8419699" y="5009653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18080</a:t>
            </a:r>
            <a:endParaRPr lang="en-US" sz="900"/>
          </a:p>
        </p:txBody>
      </p:sp>
      <p:sp>
        <p:nvSpPr>
          <p:cNvPr id="24" name="Shape 22"/>
          <p:cNvSpPr/>
          <p:nvPr/>
        </p:nvSpPr>
        <p:spPr>
          <a:xfrm>
            <a:off x="365760" y="5668021"/>
            <a:ext cx="9509760" cy="649224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594360" y="5722885"/>
            <a:ext cx="6949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org.apache.livy.server.LivyServer</a:t>
            </a:r>
            <a:endParaRPr lang="en-US" sz="1100"/>
          </a:p>
        </p:txBody>
      </p:sp>
      <p:sp>
        <p:nvSpPr>
          <p:cNvPr id="26" name="Text 24"/>
          <p:cNvSpPr/>
          <p:nvPr/>
        </p:nvSpPr>
        <p:spPr>
          <a:xfrm>
            <a:off x="5630779" y="5722885"/>
            <a:ext cx="26517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Livy</a:t>
            </a:r>
            <a:endParaRPr lang="en-US" sz="1250"/>
          </a:p>
        </p:txBody>
      </p:sp>
      <p:sp>
        <p:nvSpPr>
          <p:cNvPr id="27" name="Shape 25"/>
          <p:cNvSpPr/>
          <p:nvPr/>
        </p:nvSpPr>
        <p:spPr>
          <a:xfrm>
            <a:off x="8419699" y="5786893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8419699" y="5786893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8998</a:t>
            </a:r>
            <a:endParaRPr lang="en-US" sz="900"/>
          </a:p>
        </p:txBody>
      </p:sp>
      <p:sp>
        <p:nvSpPr>
          <p:cNvPr id="29" name="Text 27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18872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118872"/>
            <a:ext cx="950976" cy="292608"/>
          </a:xfrm>
          <a:prstGeom prst="rect">
            <a:avLst/>
          </a:prstGeom>
          <a:solidFill>
            <a:srgbClr val="FFA50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116732" y="502210"/>
            <a:ext cx="100584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Comprobar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aplicaciones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instaladas</a:t>
            </a:r>
            <a:endParaRPr lang="en-US" sz="36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53248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Spark, PySpark, HDFS y Hadoop — binarios, versiones y variables de entorno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¿Están en el PATH?</a:t>
            </a:r>
            <a:endParaRPr lang="en-US" sz="1350"/>
          </a:p>
        </p:txBody>
      </p:sp>
      <p:sp>
        <p:nvSpPr>
          <p:cNvPr id="7" name="Shape 5"/>
          <p:cNvSpPr/>
          <p:nvPr/>
        </p:nvSpPr>
        <p:spPr>
          <a:xfrm>
            <a:off x="457200" y="2121408"/>
            <a:ext cx="9426102" cy="640080"/>
          </a:xfrm>
          <a:prstGeom prst="roundRect">
            <a:avLst>
              <a:gd name="adj" fmla="val 11429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hadoop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hdfs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spark-submit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pyspark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yarn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livy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-server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viene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instalado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Versiones e instalación</a:t>
            </a:r>
            <a:endParaRPr lang="en-US" sz="1350"/>
          </a:p>
        </p:txBody>
      </p:sp>
      <p:sp>
        <p:nvSpPr>
          <p:cNvPr id="10" name="Shape 8"/>
          <p:cNvSpPr/>
          <p:nvPr/>
        </p:nvSpPr>
        <p:spPr>
          <a:xfrm>
            <a:off x="457200" y="3194966"/>
            <a:ext cx="9426102" cy="2236570"/>
          </a:xfrm>
          <a:prstGeom prst="roundRect">
            <a:avLst>
              <a:gd name="adj" fmla="val 3902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685800" y="3438144"/>
            <a:ext cx="107899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Hadoop / HDFS</a:t>
            </a:r>
            <a:endParaRPr lang="en-US" sz="12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hadoop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version</a:t>
            </a:r>
            <a:endParaRPr lang="en-US" sz="12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hdfs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-ls /</a:t>
            </a:r>
            <a:endParaRPr lang="en-US" sz="12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3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Spark / </a:t>
            </a:r>
            <a:r>
              <a:rPr lang="en-US" sz="1050" i="1" dirty="0" err="1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PySpark</a:t>
            </a:r>
            <a:endParaRPr lang="en-US" sz="12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spark-submit –version</a:t>
            </a:r>
          </a:p>
          <a:p>
            <a:pPr>
              <a:lnSpc>
                <a:spcPct val="125000"/>
              </a:lnSpc>
            </a:pPr>
            <a:r>
              <a:rPr lang="es-CO" sz="1100" dirty="0">
                <a:solidFill>
                  <a:srgbClr val="4ADE80"/>
                </a:solidFill>
                <a:latin typeface="Consolas" pitchFamily="34" charset="0"/>
              </a:rPr>
              <a:t>/</a:t>
            </a:r>
            <a:r>
              <a:rPr lang="es-CO" sz="1100" dirty="0" err="1">
                <a:solidFill>
                  <a:srgbClr val="4ADE80"/>
                </a:solidFill>
                <a:latin typeface="Consolas" pitchFamily="34" charset="0"/>
              </a:rPr>
              <a:t>usr</a:t>
            </a:r>
            <a:r>
              <a:rPr lang="es-CO" sz="1100" dirty="0">
                <a:solidFill>
                  <a:srgbClr val="4ADE80"/>
                </a:solidFill>
                <a:latin typeface="Consolas" pitchFamily="34" charset="0"/>
              </a:rPr>
              <a:t>/</a:t>
            </a:r>
            <a:r>
              <a:rPr lang="es-CO" sz="1100" dirty="0" err="1">
                <a:solidFill>
                  <a:srgbClr val="4ADE80"/>
                </a:solidFill>
                <a:latin typeface="Consolas" pitchFamily="34" charset="0"/>
              </a:rPr>
              <a:t>lib</a:t>
            </a:r>
            <a:r>
              <a:rPr lang="es-CO" sz="1100" dirty="0">
                <a:solidFill>
                  <a:srgbClr val="4ADE80"/>
                </a:solidFill>
                <a:latin typeface="Consolas" pitchFamily="34" charset="0"/>
              </a:rPr>
              <a:t>/</a:t>
            </a:r>
            <a:r>
              <a:rPr lang="es-CO" sz="1100" dirty="0" err="1">
                <a:solidFill>
                  <a:srgbClr val="4ADE80"/>
                </a:solidFill>
                <a:latin typeface="Consolas" pitchFamily="34" charset="0"/>
              </a:rPr>
              <a:t>spark</a:t>
            </a:r>
            <a:r>
              <a:rPr lang="es-CO" sz="1100" dirty="0">
                <a:solidFill>
                  <a:srgbClr val="4ADE80"/>
                </a:solidFill>
                <a:latin typeface="Consolas" pitchFamily="34" charset="0"/>
              </a:rPr>
              <a:t>/</a:t>
            </a:r>
            <a:r>
              <a:rPr lang="es-CO" sz="1100" dirty="0" err="1">
                <a:solidFill>
                  <a:srgbClr val="4ADE80"/>
                </a:solidFill>
                <a:latin typeface="Consolas" pitchFamily="34" charset="0"/>
              </a:rPr>
              <a:t>python</a:t>
            </a:r>
            <a:r>
              <a:rPr lang="es-CO" sz="1100" dirty="0">
                <a:solidFill>
                  <a:srgbClr val="4ADE80"/>
                </a:solidFill>
                <a:latin typeface="Consolas" pitchFamily="34" charset="0"/>
              </a:rPr>
              <a:t>/</a:t>
            </a:r>
          </a:p>
          <a:p>
            <a:pPr>
              <a:lnSpc>
                <a:spcPct val="125000"/>
              </a:lnSpc>
            </a:pPr>
            <a:r>
              <a:rPr lang="es-CO" sz="1100" dirty="0" err="1">
                <a:solidFill>
                  <a:srgbClr val="4ADE80"/>
                </a:solidFill>
                <a:latin typeface="Consolas" pitchFamily="34" charset="0"/>
              </a:rPr>
              <a:t>pwd</a:t>
            </a:r>
            <a:endParaRPr lang="es-CO" sz="1100" dirty="0">
              <a:solidFill>
                <a:srgbClr val="4ADE80"/>
              </a:solidFill>
              <a:latin typeface="Consolas" pitchFamily="34" charset="0"/>
            </a:endParaRPr>
          </a:p>
          <a:p>
            <a:pPr>
              <a:lnSpc>
                <a:spcPct val="125000"/>
              </a:lnSpc>
            </a:pP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PYTHONPATH=$PYTHONPATH:/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</a:rPr>
              <a:t>usr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/lib/spark/python/:/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</a:rPr>
              <a:t>usr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/lib/spark/python/lib/py4j-src.zip python3 -c "import 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</a:rPr>
              <a:t>pyspark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; print('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</a:rPr>
              <a:t>PySpark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 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</a:rPr>
              <a:t>versión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:', 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</a:rPr>
              <a:t>pyspark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.__version__)"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537738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Variables de entorno</a:t>
            </a:r>
            <a:endParaRPr lang="en-US" sz="1350"/>
          </a:p>
        </p:txBody>
      </p:sp>
      <p:sp>
        <p:nvSpPr>
          <p:cNvPr id="13" name="Shape 11"/>
          <p:cNvSpPr/>
          <p:nvPr/>
        </p:nvSpPr>
        <p:spPr>
          <a:xfrm>
            <a:off x="457200" y="5715710"/>
            <a:ext cx="9426102" cy="1142290"/>
          </a:xfrm>
          <a:prstGeom prst="roundRect">
            <a:avLst>
              <a:gd name="adj" fmla="val 11429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685800" y="57607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'export SPARK_HOME=/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usr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/lib/spark' &gt;&gt; ~/.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bashrc</a:t>
            </a:r>
            <a:endParaRPr lang="en-US" sz="1250" dirty="0">
              <a:solidFill>
                <a:srgbClr val="4ADE8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>
              <a:lnSpc>
                <a:spcPct val="125000"/>
              </a:lnSpc>
            </a:pP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'export PYTHONPATH=$SPARK_HOME/python:$SPARK_HOME/python/lib/py4j-src.zip:$PYTHONPATH' &gt;&gt; ~/.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bashrc</a:t>
            </a:r>
            <a:endParaRPr lang="en-US" sz="1250" dirty="0">
              <a:solidFill>
                <a:srgbClr val="4ADE8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>
              <a:lnSpc>
                <a:spcPct val="125000"/>
              </a:lnSpc>
            </a:pP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~/.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bashrc</a:t>
            </a:r>
            <a:endParaRPr lang="en-US" sz="1250" dirty="0">
              <a:solidFill>
                <a:srgbClr val="4ADE8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 | grep -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iE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'SPARK|HADOOP|HDFS|JAVA'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16" name="Text 14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0" y="3076050"/>
            <a:ext cx="190500" cy="2000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09950" y="3036164"/>
            <a:ext cx="2190750" cy="2355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latin typeface="Plus Jakarta Sans"/>
              </a:rPr>
              <a:t>Requisito de Seguridad SSH: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8121" y="3276075"/>
            <a:ext cx="5010150" cy="4919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 dirty="0">
                <a:latin typeface="Plus Jakarta Sans"/>
              </a:rPr>
              <a:t>El </a:t>
            </a:r>
            <a:r>
              <a:rPr sz="1275" b="0" i="0" u="none" dirty="0" err="1">
                <a:latin typeface="Plus Jakarta Sans"/>
              </a:rPr>
              <a:t>cliente</a:t>
            </a:r>
            <a:r>
              <a:rPr sz="1275" b="0" i="0" u="none" dirty="0">
                <a:latin typeface="Plus Jakarta Sans"/>
              </a:rPr>
              <a:t> OpenSSH </a:t>
            </a:r>
            <a:r>
              <a:rPr sz="1275" b="0" i="0" u="none" dirty="0" err="1">
                <a:latin typeface="Plus Jakarta Sans"/>
              </a:rPr>
              <a:t>exige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que</a:t>
            </a:r>
            <a:r>
              <a:rPr sz="1275" b="0" i="0" u="none" dirty="0">
                <a:latin typeface="Plus Jakarta Sans"/>
              </a:rPr>
              <a:t> el </a:t>
            </a:r>
            <a:r>
              <a:rPr sz="1275" b="0" i="0" u="none" dirty="0" err="1">
                <a:latin typeface="Plus Jakarta Sans"/>
              </a:rPr>
              <a:t>archivo</a:t>
            </a:r>
            <a:r>
              <a:rPr sz="1275" b="0" i="0" u="none" dirty="0">
                <a:latin typeface="Plus Jakarta Sans"/>
              </a:rPr>
              <a:t> .</a:t>
            </a:r>
            <a:r>
              <a:rPr sz="1275" b="0" i="0" u="none" dirty="0" err="1">
                <a:latin typeface="Plus Jakarta Sans"/>
              </a:rPr>
              <a:t>pem</a:t>
            </a:r>
            <a:r>
              <a:rPr sz="1275" b="0" i="0" u="none" dirty="0">
                <a:latin typeface="Plus Jakarta Sans"/>
              </a:rPr>
              <a:t> solo sea legible </a:t>
            </a:r>
            <a:r>
              <a:rPr sz="1275" b="0" i="0" u="none" dirty="0" err="1">
                <a:latin typeface="Plus Jakarta Sans"/>
              </a:rPr>
              <a:t>por</a:t>
            </a:r>
            <a:r>
              <a:rPr sz="1275" b="0" i="0" u="none" dirty="0">
                <a:latin typeface="Plus Jakarta Sans"/>
              </a:rPr>
              <a:t> el </a:t>
            </a:r>
            <a:r>
              <a:rPr sz="1275" b="0" i="0" u="none" dirty="0" err="1">
                <a:latin typeface="Plus Jakarta Sans"/>
              </a:rPr>
              <a:t>usuario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dueño</a:t>
            </a:r>
            <a:r>
              <a:rPr sz="1275" b="0" i="0" u="none" dirty="0">
                <a:latin typeface="Plus Jakarta Sans"/>
              </a:rPr>
              <a:t>, </a:t>
            </a:r>
            <a:r>
              <a:rPr sz="1275" b="0" i="0" u="none" dirty="0" err="1">
                <a:latin typeface="Plus Jakarta Sans"/>
              </a:rPr>
              <a:t>rechazándolo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si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otros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usuarios</a:t>
            </a:r>
            <a:r>
              <a:rPr sz="1275" b="0" i="0" u="none" dirty="0">
                <a:latin typeface="Plus Jakarta Sans"/>
              </a:rPr>
              <a:t> o el </a:t>
            </a:r>
            <a:r>
              <a:rPr sz="1275" b="0" i="0" u="none" dirty="0" err="1">
                <a:latin typeface="Plus Jakarta Sans"/>
              </a:rPr>
              <a:t>grupo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heredan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permisos</a:t>
            </a:r>
            <a:r>
              <a:rPr sz="1275" b="0" i="0" u="none" dirty="0">
                <a:latin typeface="Plus Jakarta Sans"/>
              </a:rPr>
              <a:t>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100" y="4257745"/>
            <a:ext cx="219075" cy="2000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38525" y="4252983"/>
            <a:ext cx="1724025" cy="2355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latin typeface="Plus Jakarta Sans"/>
              </a:rPr>
              <a:t>Herencia de Permisos: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8525" y="4492894"/>
            <a:ext cx="4981575" cy="4919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 dirty="0">
                <a:latin typeface="Plus Jakarta Sans"/>
              </a:rPr>
              <a:t>Al </a:t>
            </a:r>
            <a:r>
              <a:rPr sz="1275" b="0" i="0" u="none" dirty="0" err="1">
                <a:latin typeface="Plus Jakarta Sans"/>
              </a:rPr>
              <a:t>copiar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archivos</a:t>
            </a:r>
            <a:r>
              <a:rPr sz="1275" b="0" i="0" u="none" dirty="0">
                <a:latin typeface="Plus Jakarta Sans"/>
              </a:rPr>
              <a:t> a </a:t>
            </a:r>
            <a:r>
              <a:rPr sz="1275" b="0" i="0" u="none" dirty="0" err="1">
                <a:latin typeface="Plus Jakarta Sans"/>
              </a:rPr>
              <a:t>carpetas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como</a:t>
            </a:r>
            <a:r>
              <a:rPr sz="1275" b="0" i="0" u="none" dirty="0">
                <a:latin typeface="Plus Jakarta Sans"/>
              </a:rPr>
              <a:t> Downloads o $</a:t>
            </a:r>
            <a:r>
              <a:rPr sz="1275" b="0" i="0" u="none" dirty="0" err="1">
                <a:latin typeface="Plus Jakarta Sans"/>
              </a:rPr>
              <a:t>env:TEMP</a:t>
            </a:r>
            <a:r>
              <a:rPr sz="1275" b="0" i="0" u="none" dirty="0">
                <a:latin typeface="Plus Jakarta Sans"/>
              </a:rPr>
              <a:t>, el </a:t>
            </a:r>
            <a:r>
              <a:rPr sz="1275" b="0" i="0" u="none" dirty="0" err="1">
                <a:latin typeface="Plus Jakarta Sans"/>
              </a:rPr>
              <a:t>archivo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hereda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accesos</a:t>
            </a:r>
            <a:r>
              <a:rPr sz="1275" b="0" i="0" u="none" dirty="0">
                <a:latin typeface="Plus Jakarta Sans"/>
              </a:rPr>
              <a:t> del </a:t>
            </a:r>
            <a:r>
              <a:rPr sz="1275" b="0" i="0" u="none" dirty="0" err="1">
                <a:latin typeface="Plus Jakarta Sans"/>
              </a:rPr>
              <a:t>sistema</a:t>
            </a:r>
            <a:r>
              <a:rPr sz="1275" b="0" i="0" u="none" dirty="0">
                <a:latin typeface="Plus Jakarta Sans"/>
              </a:rPr>
              <a:t> y de </a:t>
            </a:r>
            <a:r>
              <a:rPr sz="1275" b="0" i="0" u="none" dirty="0" err="1">
                <a:latin typeface="Plus Jakarta Sans"/>
              </a:rPr>
              <a:t>administradores</a:t>
            </a:r>
            <a:r>
              <a:rPr sz="1275" b="0" i="0" u="none" dirty="0">
                <a:latin typeface="Plus Jakarta Sans"/>
              </a:rPr>
              <a:t>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6100" y="5215603"/>
            <a:ext cx="238125" cy="2000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57575" y="5210841"/>
            <a:ext cx="1857375" cy="2355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latin typeface="Plus Jakarta Sans"/>
              </a:rPr>
              <a:t>Solución en PowerShell: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7575" y="5450752"/>
            <a:ext cx="4962525" cy="4919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latin typeface="Plus Jakarta Sans"/>
              </a:rPr>
              <a:t>Utilizar el comando nativo icacls para romper la herencia y restringir el archivo exclusivamente a tu usuario actual.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" y="1014730"/>
            <a:ext cx="1160145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t>El </a:t>
            </a:r>
            <a:r>
              <a:rPr err="1"/>
              <a:t>Problema</a:t>
            </a:r>
            <a:r>
              <a:t> de </a:t>
            </a:r>
            <a:endParaRPr lang="es-ES"/>
          </a:p>
          <a:p>
            <a:r>
              <a:rPr err="1"/>
              <a:t>Permisos</a:t>
            </a:r>
            <a:r>
              <a:t> </a:t>
            </a:r>
            <a:r>
              <a:rPr err="1"/>
              <a:t>en</a:t>
            </a:r>
            <a:r>
              <a:t> Windows</a:t>
            </a:r>
            <a:r>
              <a:rPr lang="es-ES"/>
              <a:t> en la UNAB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6" y="1929553"/>
            <a:ext cx="3793398" cy="476049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82" y="1929553"/>
            <a:ext cx="3530649" cy="492844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6023" y="1929553"/>
            <a:ext cx="3530649" cy="3206271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749" y="4144712"/>
            <a:ext cx="2978199" cy="110323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2998" y="4144712"/>
            <a:ext cx="2978199" cy="221772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2248" y="3885750"/>
            <a:ext cx="2978199" cy="1250074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749" y="2205778"/>
            <a:ext cx="476250" cy="452145"/>
          </a:xfrm>
          <a:prstGeom prst="rect">
            <a:avLst/>
          </a:prstGeom>
          <a:solidFill>
            <a:srgbClr val="FFA502"/>
          </a:solidFill>
        </p:spPr>
      </p:pic>
      <p:sp>
        <p:nvSpPr>
          <p:cNvPr id="10" name="TextBox 9"/>
          <p:cNvSpPr txBox="1"/>
          <p:nvPr/>
        </p:nvSpPr>
        <p:spPr>
          <a:xfrm>
            <a:off x="763749" y="2872528"/>
            <a:ext cx="3127109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38BDF8"/>
                </a:solidFill>
                <a:latin typeface="Plus Jakarta Sans"/>
              </a:rPr>
              <a:t>1. Mover el Archivo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749" y="3253528"/>
            <a:ext cx="2978199" cy="7768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94A3B8"/>
                </a:solidFill>
                <a:latin typeface="Plus Jakarta Sans"/>
              </a:rPr>
              <a:t>Copia la llave privada al directorio temporal de tu usuario para trabajar sobre él de manera aislada.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2998" y="2205778"/>
            <a:ext cx="476250" cy="452145"/>
          </a:xfrm>
          <a:prstGeom prst="rect">
            <a:avLst/>
          </a:prstGeom>
          <a:solidFill>
            <a:srgbClr val="FFA502"/>
          </a:solidFill>
        </p:spPr>
      </p:pic>
      <p:sp>
        <p:nvSpPr>
          <p:cNvPr id="13" name="TextBox 12"/>
          <p:cNvSpPr txBox="1"/>
          <p:nvPr/>
        </p:nvSpPr>
        <p:spPr>
          <a:xfrm>
            <a:off x="4522998" y="2872528"/>
            <a:ext cx="3127109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38BDF8"/>
                </a:solidFill>
                <a:latin typeface="Plus Jakarta Sans"/>
              </a:rPr>
              <a:t>2. Limpiar Permisos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2998" y="3253528"/>
            <a:ext cx="2978199" cy="7768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94A3B8"/>
                </a:solidFill>
                <a:latin typeface="Plus Jakarta Sans"/>
              </a:rPr>
              <a:t>Elimina la herencia de permisos y concede acceso exclusivo de lectura a tu usuario actual.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82248" y="2205778"/>
            <a:ext cx="476250" cy="452145"/>
          </a:xfrm>
          <a:prstGeom prst="rect">
            <a:avLst/>
          </a:prstGeom>
          <a:solidFill>
            <a:srgbClr val="FFA502"/>
          </a:solidFill>
        </p:spPr>
      </p:pic>
      <p:sp>
        <p:nvSpPr>
          <p:cNvPr id="16" name="TextBox 15"/>
          <p:cNvSpPr txBox="1"/>
          <p:nvPr/>
        </p:nvSpPr>
        <p:spPr>
          <a:xfrm>
            <a:off x="8282248" y="2872528"/>
            <a:ext cx="3127109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38BDF8"/>
                </a:solidFill>
                <a:latin typeface="Plus Jakarta Sans"/>
              </a:rPr>
              <a:t>3. Conectar vía SSH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2248" y="3253528"/>
            <a:ext cx="2978199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94A3B8"/>
                </a:solidFill>
                <a:latin typeface="Plus Jakarta Sans"/>
              </a:rPr>
              <a:t>Ejecuta la conexión SSH utilizando la llave privada recién protegida y limpia.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1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646823" y="2329603"/>
            <a:ext cx="228600" cy="21703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377498" y="2329603"/>
            <a:ext cx="285750" cy="21703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71500" y="476250"/>
            <a:ext cx="1160145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err="1"/>
              <a:t>Proceso</a:t>
            </a:r>
            <a:r>
              <a:t> de </a:t>
            </a:r>
            <a:endParaRPr lang="es-ES"/>
          </a:p>
          <a:p>
            <a:r>
              <a:rPr err="1"/>
              <a:t>Reparación</a:t>
            </a:r>
            <a:r>
              <a:t> </a:t>
            </a:r>
            <a:r>
              <a:rPr err="1"/>
              <a:t>en</a:t>
            </a:r>
            <a:r>
              <a:t> 3 Pasos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6C866DAE-1DDF-DA58-ECA5-17AEB1A98973}"/>
              </a:ext>
            </a:extLst>
          </p:cNvPr>
          <p:cNvSpPr txBox="1"/>
          <p:nvPr/>
        </p:nvSpPr>
        <p:spPr>
          <a:xfrm>
            <a:off x="792705" y="4324554"/>
            <a:ext cx="384459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dirty="0" err="1">
                <a:solidFill>
                  <a:schemeClr val="bg1"/>
                </a:solidFill>
              </a:rPr>
              <a:t>Copy</a:t>
            </a:r>
            <a:r>
              <a:rPr lang="es-CO" sz="1400" dirty="0">
                <a:solidFill>
                  <a:schemeClr val="bg1"/>
                </a:solidFill>
              </a:rPr>
              <a:t>-Item "</a:t>
            </a:r>
            <a:r>
              <a:rPr lang="es-CO" sz="1400" dirty="0" err="1">
                <a:solidFill>
                  <a:schemeClr val="bg1"/>
                </a:solidFill>
              </a:rPr>
              <a:t>prueba.pem</a:t>
            </a:r>
            <a:r>
              <a:rPr lang="es-CO" sz="1400" dirty="0">
                <a:solidFill>
                  <a:schemeClr val="bg1"/>
                </a:solidFill>
              </a:rPr>
              <a:t>" "$</a:t>
            </a:r>
            <a:r>
              <a:rPr lang="es-CO" sz="1400" dirty="0" err="1">
                <a:solidFill>
                  <a:schemeClr val="bg1"/>
                </a:solidFill>
              </a:rPr>
              <a:t>env:TEMP</a:t>
            </a:r>
            <a:r>
              <a:rPr lang="es-CO" sz="1400" dirty="0">
                <a:solidFill>
                  <a:schemeClr val="bg1"/>
                </a:solidFill>
              </a:rPr>
              <a:t>\</a:t>
            </a:r>
            <a:r>
              <a:rPr lang="es-CO" sz="1400" dirty="0" err="1">
                <a:solidFill>
                  <a:schemeClr val="bg1"/>
                </a:solidFill>
              </a:rPr>
              <a:t>prueba.pem</a:t>
            </a:r>
            <a:r>
              <a:rPr lang="es-CO" sz="1400" dirty="0">
                <a:solidFill>
                  <a:schemeClr val="bg1"/>
                </a:solidFill>
              </a:rPr>
              <a:t>“</a:t>
            </a:r>
          </a:p>
          <a:p>
            <a:endParaRPr lang="es-CO" sz="1400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Test-Path "$</a:t>
            </a:r>
            <a:r>
              <a:rPr lang="en-US" sz="1400" dirty="0" err="1">
                <a:solidFill>
                  <a:schemeClr val="bg1"/>
                </a:solidFill>
              </a:rPr>
              <a:t>env:TEMP</a:t>
            </a:r>
            <a:r>
              <a:rPr lang="en-US" sz="1400" dirty="0">
                <a:solidFill>
                  <a:schemeClr val="bg1"/>
                </a:solidFill>
              </a:rPr>
              <a:t>\</a:t>
            </a:r>
            <a:r>
              <a:rPr lang="en-US" sz="1400" dirty="0" err="1">
                <a:solidFill>
                  <a:schemeClr val="bg1"/>
                </a:solidFill>
              </a:rPr>
              <a:t>prueba.pem</a:t>
            </a:r>
            <a:r>
              <a:rPr lang="en-US" sz="1400" dirty="0">
                <a:solidFill>
                  <a:schemeClr val="bg1"/>
                </a:solidFill>
              </a:rPr>
              <a:t>"</a:t>
            </a:r>
            <a:endParaRPr lang="es-CO" sz="1400" dirty="0">
              <a:solidFill>
                <a:schemeClr val="bg1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E826A77B-B1DA-2363-E787-E45B965FFE80}"/>
              </a:ext>
            </a:extLst>
          </p:cNvPr>
          <p:cNvSpPr txBox="1"/>
          <p:nvPr/>
        </p:nvSpPr>
        <p:spPr>
          <a:xfrm>
            <a:off x="4546984" y="4082203"/>
            <a:ext cx="3127109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100" dirty="0">
                <a:solidFill>
                  <a:schemeClr val="bg1"/>
                </a:solidFill>
              </a:rPr>
              <a:t># 1. Quitar la herencia de permisos del archivo</a:t>
            </a:r>
          </a:p>
          <a:p>
            <a:r>
              <a:rPr lang="es-CO" sz="1100" dirty="0" err="1">
                <a:solidFill>
                  <a:schemeClr val="bg1"/>
                </a:solidFill>
              </a:rPr>
              <a:t>icacls</a:t>
            </a:r>
            <a:r>
              <a:rPr lang="es-CO" sz="1100" dirty="0">
                <a:solidFill>
                  <a:schemeClr val="bg1"/>
                </a:solidFill>
              </a:rPr>
              <a:t> "$</a:t>
            </a:r>
            <a:r>
              <a:rPr lang="es-CO" sz="1100" dirty="0" err="1">
                <a:solidFill>
                  <a:schemeClr val="bg1"/>
                </a:solidFill>
              </a:rPr>
              <a:t>env:TEMP</a:t>
            </a:r>
            <a:r>
              <a:rPr lang="es-CO" sz="1100" dirty="0">
                <a:solidFill>
                  <a:schemeClr val="bg1"/>
                </a:solidFill>
              </a:rPr>
              <a:t>\</a:t>
            </a:r>
            <a:r>
              <a:rPr lang="es-CO" sz="1100" dirty="0" err="1">
                <a:solidFill>
                  <a:schemeClr val="bg1"/>
                </a:solidFill>
              </a:rPr>
              <a:t>prueba.pem</a:t>
            </a:r>
            <a:r>
              <a:rPr lang="es-CO" sz="1100" dirty="0">
                <a:solidFill>
                  <a:schemeClr val="bg1"/>
                </a:solidFill>
              </a:rPr>
              <a:t>" /</a:t>
            </a:r>
            <a:r>
              <a:rPr lang="es-CO" sz="1100" dirty="0" err="1">
                <a:solidFill>
                  <a:schemeClr val="bg1"/>
                </a:solidFill>
              </a:rPr>
              <a:t>inheritance:r</a:t>
            </a:r>
            <a:endParaRPr lang="es-CO" sz="1100" dirty="0">
              <a:solidFill>
                <a:schemeClr val="bg1"/>
              </a:solidFill>
            </a:endParaRPr>
          </a:p>
          <a:p>
            <a:endParaRPr lang="es-CO" sz="1100" dirty="0">
              <a:solidFill>
                <a:schemeClr val="bg1"/>
              </a:solidFill>
            </a:endParaRPr>
          </a:p>
          <a:p>
            <a:r>
              <a:rPr lang="es-CO" sz="1100" dirty="0">
                <a:solidFill>
                  <a:schemeClr val="bg1"/>
                </a:solidFill>
              </a:rPr>
              <a:t># 2. Asignar permiso de lectura exclusivo a tu usuario actual</a:t>
            </a:r>
          </a:p>
          <a:p>
            <a:r>
              <a:rPr lang="es-CO" sz="1100" dirty="0" err="1">
                <a:solidFill>
                  <a:schemeClr val="bg1"/>
                </a:solidFill>
              </a:rPr>
              <a:t>icacls</a:t>
            </a:r>
            <a:r>
              <a:rPr lang="es-CO" sz="1100" dirty="0">
                <a:solidFill>
                  <a:schemeClr val="bg1"/>
                </a:solidFill>
              </a:rPr>
              <a:t> "$</a:t>
            </a:r>
            <a:r>
              <a:rPr lang="es-CO" sz="1100" dirty="0" err="1">
                <a:solidFill>
                  <a:schemeClr val="bg1"/>
                </a:solidFill>
              </a:rPr>
              <a:t>env:TEMP</a:t>
            </a:r>
            <a:r>
              <a:rPr lang="es-CO" sz="1100" dirty="0">
                <a:solidFill>
                  <a:schemeClr val="bg1"/>
                </a:solidFill>
              </a:rPr>
              <a:t>\</a:t>
            </a:r>
            <a:r>
              <a:rPr lang="es-CO" sz="1100" dirty="0" err="1">
                <a:solidFill>
                  <a:schemeClr val="bg1"/>
                </a:solidFill>
              </a:rPr>
              <a:t>prueba.pem</a:t>
            </a:r>
            <a:r>
              <a:rPr lang="es-CO" sz="1100" dirty="0">
                <a:solidFill>
                  <a:schemeClr val="bg1"/>
                </a:solidFill>
              </a:rPr>
              <a:t>" /</a:t>
            </a:r>
            <a:r>
              <a:rPr lang="es-CO" sz="1100" dirty="0" err="1">
                <a:solidFill>
                  <a:schemeClr val="bg1"/>
                </a:solidFill>
              </a:rPr>
              <a:t>grant:r</a:t>
            </a:r>
            <a:r>
              <a:rPr lang="es-CO" sz="1100" dirty="0">
                <a:solidFill>
                  <a:schemeClr val="bg1"/>
                </a:solidFill>
              </a:rPr>
              <a:t> "$($</a:t>
            </a:r>
            <a:r>
              <a:rPr lang="es-CO" sz="1100" dirty="0" err="1">
                <a:solidFill>
                  <a:schemeClr val="bg1"/>
                </a:solidFill>
              </a:rPr>
              <a:t>env:USERNAME</a:t>
            </a:r>
            <a:r>
              <a:rPr lang="es-CO" sz="1100" dirty="0">
                <a:solidFill>
                  <a:schemeClr val="bg1"/>
                </a:solidFill>
              </a:rPr>
              <a:t>):(R)"</a:t>
            </a:r>
          </a:p>
          <a:p>
            <a:endParaRPr lang="es-CO" sz="1100" dirty="0">
              <a:solidFill>
                <a:schemeClr val="bg1"/>
              </a:solidFill>
            </a:endParaRPr>
          </a:p>
          <a:p>
            <a:r>
              <a:rPr lang="es-CO" sz="1100" dirty="0">
                <a:solidFill>
                  <a:schemeClr val="bg1"/>
                </a:solidFill>
              </a:rPr>
              <a:t># 3. Eliminar accesos de otros usuarios genéricos (como '</a:t>
            </a:r>
            <a:r>
              <a:rPr lang="es-CO" sz="1100" dirty="0" err="1">
                <a:solidFill>
                  <a:schemeClr val="bg1"/>
                </a:solidFill>
              </a:rPr>
              <a:t>Everyone</a:t>
            </a:r>
            <a:r>
              <a:rPr lang="es-CO" sz="1100" dirty="0">
                <a:solidFill>
                  <a:schemeClr val="bg1"/>
                </a:solidFill>
              </a:rPr>
              <a:t>' o 'Todos')</a:t>
            </a:r>
          </a:p>
          <a:p>
            <a:r>
              <a:rPr lang="es-CO" sz="1100" dirty="0" err="1">
                <a:solidFill>
                  <a:schemeClr val="bg1"/>
                </a:solidFill>
              </a:rPr>
              <a:t>icacls</a:t>
            </a:r>
            <a:r>
              <a:rPr lang="es-CO" sz="1100" dirty="0">
                <a:solidFill>
                  <a:schemeClr val="bg1"/>
                </a:solidFill>
              </a:rPr>
              <a:t> "$</a:t>
            </a:r>
            <a:r>
              <a:rPr lang="es-CO" sz="1100" dirty="0" err="1">
                <a:solidFill>
                  <a:schemeClr val="bg1"/>
                </a:solidFill>
              </a:rPr>
              <a:t>env:TEMP</a:t>
            </a:r>
            <a:r>
              <a:rPr lang="es-CO" sz="1100" dirty="0">
                <a:solidFill>
                  <a:schemeClr val="bg1"/>
                </a:solidFill>
              </a:rPr>
              <a:t>\</a:t>
            </a:r>
            <a:r>
              <a:rPr lang="es-CO" sz="1100" dirty="0" err="1">
                <a:solidFill>
                  <a:schemeClr val="bg1"/>
                </a:solidFill>
              </a:rPr>
              <a:t>prueba.pem</a:t>
            </a:r>
            <a:r>
              <a:rPr lang="es-CO" sz="1100" dirty="0">
                <a:solidFill>
                  <a:schemeClr val="bg1"/>
                </a:solidFill>
              </a:rPr>
              <a:t>" /</a:t>
            </a:r>
            <a:r>
              <a:rPr lang="es-CO" sz="1100" dirty="0" err="1">
                <a:solidFill>
                  <a:schemeClr val="bg1"/>
                </a:solidFill>
              </a:rPr>
              <a:t>remove</a:t>
            </a:r>
            <a:r>
              <a:rPr lang="es-CO" sz="1100" dirty="0">
                <a:solidFill>
                  <a:schemeClr val="bg1"/>
                </a:solidFill>
              </a:rPr>
              <a:t> "</a:t>
            </a:r>
            <a:r>
              <a:rPr lang="es-CO" sz="1100" dirty="0" err="1">
                <a:solidFill>
                  <a:schemeClr val="bg1"/>
                </a:solidFill>
              </a:rPr>
              <a:t>Everyone</a:t>
            </a:r>
            <a:r>
              <a:rPr lang="es-CO" sz="1100" dirty="0">
                <a:solidFill>
                  <a:schemeClr val="bg1"/>
                </a:solidFill>
              </a:rPr>
              <a:t>" "Todos"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08FBB437-E101-6277-7F9D-526D3D7CB5FE}"/>
              </a:ext>
            </a:extLst>
          </p:cNvPr>
          <p:cNvSpPr txBox="1"/>
          <p:nvPr/>
        </p:nvSpPr>
        <p:spPr>
          <a:xfrm>
            <a:off x="8520373" y="4030410"/>
            <a:ext cx="22314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200" dirty="0" err="1">
                <a:solidFill>
                  <a:schemeClr val="bg1"/>
                </a:solidFill>
              </a:rPr>
              <a:t>ssh</a:t>
            </a:r>
            <a:r>
              <a:rPr lang="es-CO" sz="1200" dirty="0">
                <a:solidFill>
                  <a:schemeClr val="bg1"/>
                </a:solidFill>
              </a:rPr>
              <a:t> -i "$</a:t>
            </a:r>
            <a:r>
              <a:rPr lang="es-CO" sz="1200" dirty="0" err="1">
                <a:solidFill>
                  <a:schemeClr val="bg1"/>
                </a:solidFill>
              </a:rPr>
              <a:t>env:TEMP</a:t>
            </a:r>
            <a:r>
              <a:rPr lang="es-CO" sz="1200" dirty="0">
                <a:solidFill>
                  <a:schemeClr val="bg1"/>
                </a:solidFill>
              </a:rPr>
              <a:t>\</a:t>
            </a:r>
            <a:r>
              <a:rPr lang="es-CO" sz="1200" dirty="0" err="1">
                <a:solidFill>
                  <a:schemeClr val="bg1"/>
                </a:solidFill>
              </a:rPr>
              <a:t>prueba.pem</a:t>
            </a:r>
            <a:r>
              <a:rPr lang="es-CO" sz="1200" dirty="0">
                <a:solidFill>
                  <a:schemeClr val="bg1"/>
                </a:solidFill>
              </a:rPr>
              <a:t>" ec2-user@&lt;IP_O_DNS_DE_TU_MASTER_NODE&gt;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4224" y="4238624"/>
            <a:ext cx="5674921" cy="8765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75724" y="2466142"/>
            <a:ext cx="7440551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t>¡Llave SSH </a:t>
            </a:r>
            <a:r>
              <a:rPr err="1"/>
              <a:t>Asegurada</a:t>
            </a:r>
            <a: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47875" y="3219450"/>
            <a:ext cx="8096250" cy="281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latin typeface="Plus Jakarta Sans"/>
              </a:rPr>
              <a:t>Este </a:t>
            </a:r>
            <a:r>
              <a:rPr sz="1500" b="0" i="0" u="none" err="1">
                <a:latin typeface="Plus Jakarta Sans"/>
              </a:rPr>
              <a:t>procedimiento</a:t>
            </a:r>
            <a:r>
              <a:rPr sz="1500" b="0" i="0" u="none">
                <a:latin typeface="Plus Jakarta Sans"/>
              </a:rPr>
              <a:t> es el </a:t>
            </a:r>
            <a:r>
              <a:rPr sz="1500" b="0" i="0" u="none" err="1">
                <a:latin typeface="Plus Jakarta Sans"/>
              </a:rPr>
              <a:t>equivalente</a:t>
            </a:r>
            <a:r>
              <a:rPr sz="1500" b="0" i="0" u="none">
                <a:latin typeface="Plus Jakarta Sans"/>
              </a:rPr>
              <a:t> </a:t>
            </a:r>
            <a:r>
              <a:rPr sz="1500" b="0" i="0" u="none" err="1">
                <a:latin typeface="Plus Jakarta Sans"/>
              </a:rPr>
              <a:t>en</a:t>
            </a:r>
            <a:r>
              <a:rPr sz="1500" b="0" i="0" u="none">
                <a:latin typeface="Plus Jakarta Sans"/>
              </a:rPr>
              <a:t> Windows al </a:t>
            </a:r>
            <a:r>
              <a:rPr sz="1500" b="0" i="0" u="none" err="1">
                <a:latin typeface="Plus Jakarta Sans"/>
              </a:rPr>
              <a:t>comando</a:t>
            </a:r>
            <a:r>
              <a:rPr sz="1500" b="0" i="0" u="none">
                <a:latin typeface="Plus Jakarta Sans"/>
              </a:rPr>
              <a:t> </a:t>
            </a:r>
            <a:r>
              <a:rPr sz="1500" b="0" i="0" u="none" err="1">
                <a:latin typeface="Plus Jakarta Sans"/>
              </a:rPr>
              <a:t>chmod</a:t>
            </a:r>
            <a:r>
              <a:rPr sz="1500" b="0" i="0" u="none">
                <a:latin typeface="Plus Jakarta Sans"/>
              </a:rPr>
              <a:t> 400 </a:t>
            </a:r>
            <a:r>
              <a:rPr sz="1500" b="0" i="0" u="none" err="1">
                <a:latin typeface="Plus Jakarta Sans"/>
              </a:rPr>
              <a:t>prueba.pem</a:t>
            </a:r>
            <a:r>
              <a:rPr sz="1500" b="0" i="0" u="none">
                <a:latin typeface="Plus Jakarta Sans"/>
              </a:rPr>
              <a:t> de Linux/macOS.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200" y="4391025"/>
            <a:ext cx="49530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Fira Code"/>
              </a:rPr>
              <a:t># Comando listo para conectar a tu servidor EC2 / servidor remoto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200" y="4591050"/>
            <a:ext cx="2286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38BDF8"/>
                </a:solidFill>
                <a:latin typeface="Fira Code"/>
              </a:rPr>
              <a:t>ssh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0" y="4591050"/>
            <a:ext cx="1524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34D399"/>
                </a:solidFill>
                <a:latin typeface="Fira Code"/>
              </a:rPr>
              <a:t>-i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4591050"/>
            <a:ext cx="9144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FBCFE8"/>
                </a:solidFill>
                <a:latin typeface="Fira Code"/>
              </a:rPr>
              <a:t>"prueba.pem"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591050"/>
            <a:ext cx="36576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 dirty="0">
                <a:solidFill>
                  <a:srgbClr val="FBCFE8"/>
                </a:solidFill>
                <a:latin typeface="Fira Code"/>
              </a:rPr>
              <a:t>ubuntu@ec2-100-31-117-99.compute-1.amazonaws.com</a:t>
            </a:r>
          </a:p>
        </p:txBody>
      </p:sp>
      <p:pic>
        <p:nvPicPr>
          <p:cNvPr id="3" name="Picture 3" descr="image.png">
            <a:extLst>
              <a:ext uri="{FF2B5EF4-FFF2-40B4-BE49-F238E27FC236}">
                <a16:creationId xmlns:a16="http://schemas.microsoft.com/office/drawing/2014/main" id="{DC37AB02-40EF-C017-85CC-C5A3D68E2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4224" y="5557351"/>
            <a:ext cx="5674921" cy="1076714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0AFE1DDF-B997-CDC6-E557-3275886F18B9}"/>
              </a:ext>
            </a:extLst>
          </p:cNvPr>
          <p:cNvSpPr txBox="1"/>
          <p:nvPr/>
        </p:nvSpPr>
        <p:spPr>
          <a:xfrm>
            <a:off x="3789006" y="5557351"/>
            <a:ext cx="4385388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050" dirty="0">
                <a:solidFill>
                  <a:schemeClr val="bg1"/>
                </a:solidFill>
              </a:rPr>
              <a:t># Instalar </a:t>
            </a:r>
            <a:r>
              <a:rPr lang="es-CO" sz="1050" dirty="0" err="1">
                <a:solidFill>
                  <a:schemeClr val="bg1"/>
                </a:solidFill>
              </a:rPr>
              <a:t>jupyter</a:t>
            </a:r>
            <a:r>
              <a:rPr lang="es-CO" sz="1050" dirty="0">
                <a:solidFill>
                  <a:schemeClr val="bg1"/>
                </a:solidFill>
              </a:rPr>
              <a:t> de forma rápida</a:t>
            </a:r>
          </a:p>
          <a:p>
            <a:r>
              <a:rPr lang="es-CO" sz="1050" dirty="0">
                <a:solidFill>
                  <a:schemeClr val="bg1"/>
                </a:solidFill>
              </a:rPr>
              <a:t>pip3 </a:t>
            </a:r>
            <a:r>
              <a:rPr lang="es-CO" sz="1050" dirty="0" err="1">
                <a:solidFill>
                  <a:schemeClr val="bg1"/>
                </a:solidFill>
              </a:rPr>
              <a:t>install</a:t>
            </a:r>
            <a:r>
              <a:rPr lang="es-CO" sz="1050" dirty="0">
                <a:solidFill>
                  <a:schemeClr val="bg1"/>
                </a:solidFill>
              </a:rPr>
              <a:t> </a:t>
            </a:r>
            <a:r>
              <a:rPr lang="es-CO" sz="1050" dirty="0" err="1">
                <a:solidFill>
                  <a:schemeClr val="bg1"/>
                </a:solidFill>
              </a:rPr>
              <a:t>jupyter</a:t>
            </a:r>
            <a:r>
              <a:rPr lang="es-CO" sz="1050" dirty="0">
                <a:solidFill>
                  <a:schemeClr val="bg1"/>
                </a:solidFill>
              </a:rPr>
              <a:t> </a:t>
            </a:r>
            <a:r>
              <a:rPr lang="es-CO" sz="1050" dirty="0" err="1">
                <a:solidFill>
                  <a:schemeClr val="bg1"/>
                </a:solidFill>
              </a:rPr>
              <a:t>jupyterlab</a:t>
            </a:r>
            <a:endParaRPr lang="es-CO" sz="1050" dirty="0">
              <a:solidFill>
                <a:schemeClr val="bg1"/>
              </a:solidFill>
            </a:endParaRPr>
          </a:p>
          <a:p>
            <a:endParaRPr lang="es-CO" sz="1050" dirty="0">
              <a:solidFill>
                <a:schemeClr val="bg1"/>
              </a:solidFill>
            </a:endParaRPr>
          </a:p>
          <a:p>
            <a:r>
              <a:rPr lang="es-CO" sz="1050" dirty="0">
                <a:solidFill>
                  <a:schemeClr val="bg1"/>
                </a:solidFill>
              </a:rPr>
              <a:t># Iniciar </a:t>
            </a:r>
            <a:r>
              <a:rPr lang="es-CO" sz="1050" dirty="0" err="1">
                <a:solidFill>
                  <a:schemeClr val="bg1"/>
                </a:solidFill>
              </a:rPr>
              <a:t>Jupyter</a:t>
            </a:r>
            <a:r>
              <a:rPr lang="es-CO" sz="1050" dirty="0">
                <a:solidFill>
                  <a:schemeClr val="bg1"/>
                </a:solidFill>
              </a:rPr>
              <a:t> escuchando en el puerto 8888 sin abrir navegador local</a:t>
            </a:r>
          </a:p>
          <a:p>
            <a:r>
              <a:rPr lang="es-CO" sz="1050" dirty="0" err="1">
                <a:solidFill>
                  <a:schemeClr val="bg1"/>
                </a:solidFill>
              </a:rPr>
              <a:t>jupyter</a:t>
            </a:r>
            <a:r>
              <a:rPr lang="es-CO" sz="1050" dirty="0">
                <a:solidFill>
                  <a:schemeClr val="bg1"/>
                </a:solidFill>
              </a:rPr>
              <a:t> </a:t>
            </a:r>
            <a:r>
              <a:rPr lang="es-CO" sz="1050" dirty="0" err="1">
                <a:solidFill>
                  <a:schemeClr val="bg1"/>
                </a:solidFill>
              </a:rPr>
              <a:t>lab</a:t>
            </a:r>
            <a:r>
              <a:rPr lang="es-CO" sz="1050" dirty="0">
                <a:solidFill>
                  <a:schemeClr val="bg1"/>
                </a:solidFill>
              </a:rPr>
              <a:t> --</a:t>
            </a:r>
            <a:r>
              <a:rPr lang="es-CO" sz="1050" dirty="0" err="1">
                <a:solidFill>
                  <a:schemeClr val="bg1"/>
                </a:solidFill>
              </a:rPr>
              <a:t>ip</a:t>
            </a:r>
            <a:r>
              <a:rPr lang="es-CO" sz="1050" dirty="0">
                <a:solidFill>
                  <a:schemeClr val="bg1"/>
                </a:solidFill>
              </a:rPr>
              <a:t>=0.0.0.0 --</a:t>
            </a:r>
            <a:r>
              <a:rPr lang="es-CO" sz="1050" dirty="0" err="1">
                <a:solidFill>
                  <a:schemeClr val="bg1"/>
                </a:solidFill>
              </a:rPr>
              <a:t>port</a:t>
            </a:r>
            <a:r>
              <a:rPr lang="es-CO" sz="1050" dirty="0">
                <a:solidFill>
                  <a:schemeClr val="bg1"/>
                </a:solidFill>
              </a:rPr>
              <a:t>=8888 --no-browser --</a:t>
            </a:r>
            <a:r>
              <a:rPr lang="es-CO" sz="1050" dirty="0" err="1">
                <a:solidFill>
                  <a:schemeClr val="bg1"/>
                </a:solidFill>
              </a:rPr>
              <a:t>AllowRoot</a:t>
            </a:r>
            <a:endParaRPr lang="es-CO" sz="10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55448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155448"/>
            <a:ext cx="950976" cy="292608"/>
          </a:xfrm>
          <a:prstGeom prst="rect">
            <a:avLst/>
          </a:prstGeom>
          <a:solidFill>
            <a:srgbClr val="FFA50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934922" y="313301"/>
            <a:ext cx="1078992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Túnel SSH: exponer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los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servicios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web en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tu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PC</a:t>
            </a:r>
          </a:p>
        </p:txBody>
      </p:sp>
      <p:sp>
        <p:nvSpPr>
          <p:cNvPr id="5" name="Text 3"/>
          <p:cNvSpPr/>
          <p:nvPr/>
        </p:nvSpPr>
        <p:spPr>
          <a:xfrm>
            <a:off x="487680" y="1415034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este comando desde la terminal de tu computador local (no dentro del master)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274320" y="2209151"/>
            <a:ext cx="6175118" cy="2331720"/>
          </a:xfrm>
          <a:prstGeom prst="roundRect">
            <a:avLst>
              <a:gd name="adj" fmla="val 3137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7" name="Text 5"/>
          <p:cNvSpPr/>
          <p:nvPr/>
        </p:nvSpPr>
        <p:spPr>
          <a:xfrm>
            <a:off x="502920" y="2391253"/>
            <a:ext cx="559308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pt-BR" sz="1200" dirty="0" err="1">
                <a:solidFill>
                  <a:srgbClr val="4ADE80"/>
                </a:solidFill>
                <a:latin typeface="Consolas" pitchFamily="34" charset="0"/>
              </a:rPr>
              <a:t>ssh</a:t>
            </a:r>
            <a:r>
              <a:rPr lang="pt-BR" sz="1200" dirty="0">
                <a:solidFill>
                  <a:srgbClr val="4ADE80"/>
                </a:solidFill>
                <a:latin typeface="Consolas" pitchFamily="34" charset="0"/>
              </a:rPr>
              <a:t> -i "$</a:t>
            </a:r>
            <a:r>
              <a:rPr lang="pt-BR" sz="1200" dirty="0" err="1">
                <a:solidFill>
                  <a:srgbClr val="4ADE80"/>
                </a:solidFill>
                <a:latin typeface="Consolas" pitchFamily="34" charset="0"/>
              </a:rPr>
              <a:t>env:TEMP</a:t>
            </a:r>
            <a:r>
              <a:rPr lang="pt-BR" sz="1200" dirty="0">
                <a:solidFill>
                  <a:srgbClr val="4ADE80"/>
                </a:solidFill>
                <a:latin typeface="Consolas" pitchFamily="34" charset="0"/>
              </a:rPr>
              <a:t>\</a:t>
            </a:r>
            <a:r>
              <a:rPr lang="pt-BR" sz="1200" dirty="0" err="1">
                <a:solidFill>
                  <a:srgbClr val="4ADE80"/>
                </a:solidFill>
                <a:latin typeface="Consolas" pitchFamily="34" charset="0"/>
              </a:rPr>
              <a:t>lleve.pem</a:t>
            </a:r>
            <a:r>
              <a:rPr lang="pt-BR" sz="1200" dirty="0">
                <a:solidFill>
                  <a:srgbClr val="4ADE80"/>
                </a:solidFill>
                <a:latin typeface="Consolas" pitchFamily="34" charset="0"/>
              </a:rPr>
              <a:t>" -L 8088:172.31.16.4:8088 -L 9870:172.31.16.4:9870 -L 8998:172.31.16.4:8998 -L 18080:172.31.16.4:18080 </a:t>
            </a:r>
            <a:r>
              <a:rPr lang="es-CO" sz="1200" dirty="0">
                <a:solidFill>
                  <a:srgbClr val="4ADE80"/>
                </a:solidFill>
                <a:latin typeface="Consolas" pitchFamily="34" charset="0"/>
              </a:rPr>
              <a:t>-L 8888:localhost:8888 </a:t>
            </a:r>
            <a:r>
              <a:rPr lang="pt-BR" sz="1200" dirty="0">
                <a:solidFill>
                  <a:srgbClr val="4ADE80"/>
                </a:solidFill>
                <a:latin typeface="Consolas" pitchFamily="34" charset="0"/>
              </a:rPr>
              <a:t>ec2-user@</a:t>
            </a:r>
            <a:r>
              <a:rPr lang="es-CO" sz="1200" dirty="0">
                <a:solidFill>
                  <a:srgbClr val="4ADE80"/>
                </a:solidFill>
                <a:latin typeface="Consolas" pitchFamily="34" charset="0"/>
              </a:rPr>
              <a:t>ec2-54-221-131-91.compute-1.amazonaws.com</a:t>
            </a:r>
            <a:endParaRPr lang="en-US" sz="1200" dirty="0">
              <a:solidFill>
                <a:srgbClr val="4ADE80"/>
              </a:solidFill>
              <a:latin typeface="Consolas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710139" y="2209151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3EA"/>
            </a:solidFill>
            <a:prstDash val="solid"/>
          </a:ln>
          <a:effectLst>
            <a:outerShdw blurRad="101600" dist="25400" dir="5400000" algn="bl" rotWithShape="0">
              <a:srgbClr val="1B2A41">
                <a:alpha val="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938739" y="2346311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B2A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 puerto_local:IP_destino:puerto_destino</a:t>
            </a:r>
            <a:endParaRPr lang="en-US" sz="1100"/>
          </a:p>
        </p:txBody>
      </p:sp>
      <p:sp>
        <p:nvSpPr>
          <p:cNvPr id="10" name="Text 8"/>
          <p:cNvSpPr/>
          <p:nvPr/>
        </p:nvSpPr>
        <p:spPr>
          <a:xfrm>
            <a:off x="6938739" y="2712071"/>
            <a:ext cx="3794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privada del master</a:t>
            </a:r>
            <a:r>
              <a:rPr lang="en-US" sz="105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172.31.13.216 (cámbiala por la tuya)
</a:t>
            </a:r>
            <a:r>
              <a:rPr lang="en-US" sz="105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127.0.0.1</a:t>
            </a:r>
            <a:r>
              <a:rPr lang="en-US" sz="105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JupyterHub y Livy escuchan en el propio master
</a:t>
            </a:r>
            <a:r>
              <a:rPr lang="en-US" sz="105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emrkeys.pem</a:t>
            </a:r>
            <a:r>
              <a:rPr lang="en-US" sz="105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tu llave .pem descargada de AWS Academy
</a:t>
            </a:r>
            <a:r>
              <a:rPr lang="en-US" sz="105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ec2-user@...</a:t>
            </a:r>
            <a:r>
              <a:rPr lang="en-US" sz="105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DNS público del master (Instance summary)</a:t>
            </a:r>
            <a:endParaRPr lang="en-US" sz="1050"/>
          </a:p>
        </p:txBody>
      </p:sp>
      <p:sp>
        <p:nvSpPr>
          <p:cNvPr id="11" name="Shape 9"/>
          <p:cNvSpPr/>
          <p:nvPr/>
        </p:nvSpPr>
        <p:spPr>
          <a:xfrm>
            <a:off x="274320" y="4741261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594360" y="4741261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Mantén esta terminal abierta mientras uses las interfaces web. Si la cierras, el túnel se corta y las páginas dejan de cargar.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274320" y="5701381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localhost,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IP interna: el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túnel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redirige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tráfico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local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AWS.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97864" cy="292608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1197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155643" y="656643"/>
            <a:ext cx="10515600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Cómo abrir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cada</a:t>
            </a: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servicio</a:t>
            </a: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 en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tu</a:t>
            </a: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navegador</a:t>
            </a:r>
            <a:endParaRPr lang="en-US" sz="40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320040" y="1773741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vez el túnel esté activo, ingresa estas direcciones en tu navegador local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320040" y="2148645"/>
            <a:ext cx="10351203" cy="621792"/>
          </a:xfrm>
          <a:prstGeom prst="roundRect">
            <a:avLst>
              <a:gd name="adj" fmla="val 7353"/>
            </a:avLst>
          </a:prstGeom>
          <a:solidFill>
            <a:srgbClr val="1B2A4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48640" y="2148645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</a:t>
            </a:r>
            <a:endParaRPr lang="en-US" sz="1300"/>
          </a:p>
        </p:txBody>
      </p:sp>
      <p:sp>
        <p:nvSpPr>
          <p:cNvPr id="8" name="Text 6"/>
          <p:cNvSpPr/>
          <p:nvPr/>
        </p:nvSpPr>
        <p:spPr>
          <a:xfrm>
            <a:off x="4572000" y="2148645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en tu navegador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7859949" y="212578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320040" y="2861877"/>
            <a:ext cx="10351203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48640" y="2861877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ResourceManager</a:t>
            </a:r>
            <a:endParaRPr lang="en-US" sz="1300"/>
          </a:p>
        </p:txBody>
      </p:sp>
      <p:sp>
        <p:nvSpPr>
          <p:cNvPr id="12" name="Text 10"/>
          <p:cNvSpPr/>
          <p:nvPr/>
        </p:nvSpPr>
        <p:spPr>
          <a:xfrm>
            <a:off x="4572000" y="2861877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http://localhost:8088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859949" y="2994464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C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7859949" y="299446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320040" y="3575109"/>
            <a:ext cx="10351203" cy="658368"/>
          </a:xfrm>
          <a:prstGeom prst="rect">
            <a:avLst/>
          </a:prstGeom>
          <a:solidFill>
            <a:srgbClr val="EEF2F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548640" y="3575109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NameNode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4572000" y="3575109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http://localhost:9870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59949" y="3707696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C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7859949" y="370769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1100"/>
          </a:p>
        </p:txBody>
      </p:sp>
      <p:sp>
        <p:nvSpPr>
          <p:cNvPr id="20" name="Shape 18"/>
          <p:cNvSpPr/>
          <p:nvPr/>
        </p:nvSpPr>
        <p:spPr>
          <a:xfrm>
            <a:off x="320040" y="4288341"/>
            <a:ext cx="10351203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548640" y="4288341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History Server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4572000" y="4288341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http://localhost:18080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859949" y="4420928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C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7859949" y="44209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1100"/>
          </a:p>
        </p:txBody>
      </p:sp>
      <p:sp>
        <p:nvSpPr>
          <p:cNvPr id="25" name="Shape 23"/>
          <p:cNvSpPr/>
          <p:nvPr/>
        </p:nvSpPr>
        <p:spPr>
          <a:xfrm>
            <a:off x="320040" y="5001573"/>
            <a:ext cx="10351203" cy="658368"/>
          </a:xfrm>
          <a:prstGeom prst="rect">
            <a:avLst/>
          </a:prstGeom>
          <a:solidFill>
            <a:srgbClr val="EEF2F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548640" y="5001573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JupyterHub</a:t>
            </a:r>
            <a:endParaRPr lang="en-US" sz="1300"/>
          </a:p>
        </p:txBody>
      </p:sp>
      <p:sp>
        <p:nvSpPr>
          <p:cNvPr id="27" name="Text 25"/>
          <p:cNvSpPr/>
          <p:nvPr/>
        </p:nvSpPr>
        <p:spPr>
          <a:xfrm>
            <a:off x="4572000" y="5001573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https://localhost:8443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859949" y="513416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/>
          <p:nvPr/>
        </p:nvSpPr>
        <p:spPr>
          <a:xfrm>
            <a:off x="7859949" y="51341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*</a:t>
            </a:r>
            <a:endParaRPr lang="en-US" sz="1100"/>
          </a:p>
        </p:txBody>
      </p:sp>
      <p:sp>
        <p:nvSpPr>
          <p:cNvPr id="30" name="Text 28"/>
          <p:cNvSpPr/>
          <p:nvPr/>
        </p:nvSpPr>
        <p:spPr>
          <a:xfrm>
            <a:off x="320040" y="569671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JupyterHub usa un certificado autofirmado: el navegador mostrará una advertencia de seguridad — puedes ignorarla y continuar ("Avanzado → Continuar a localhost").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3200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32" name="Text 30"/>
          <p:cNvSpPr/>
          <p:nvPr/>
        </p:nvSpPr>
        <p:spPr>
          <a:xfrm>
            <a:off x="11109960" y="6583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13"/>
          <p:cNvSpPr/>
          <p:nvPr/>
        </p:nvSpPr>
        <p:spPr>
          <a:xfrm>
            <a:off x="91440" y="720566"/>
            <a:ext cx="8412480" cy="2708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Conectar VS Code al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JupyterHub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que ya corre en el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clúster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EMR</a:t>
            </a:r>
          </a:p>
        </p:txBody>
      </p:sp>
      <p:sp>
        <p:nvSpPr>
          <p:cNvPr id="16" name="Text 14"/>
          <p:cNvSpPr/>
          <p:nvPr/>
        </p:nvSpPr>
        <p:spPr>
          <a:xfrm>
            <a:off x="640080" y="39776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>
                <a:latin typeface="Calibri" pitchFamily="34" charset="0"/>
                <a:ea typeface="Calibri" pitchFamily="34" charset="-122"/>
                <a:cs typeface="Calibri" pitchFamily="34" charset="-120"/>
              </a:rPr>
              <a:t>Sin instalar un Jupyter adicional en el master: usamos la extensión Jupyter de VS Code para conectarnos directamente al servidor individual que JupyterHub ya te asigna, con su kernel PySpark listo vía Livy.</a:t>
            </a:r>
            <a:endParaRPr lang="en-US" sz="1400"/>
          </a:p>
        </p:txBody>
      </p:sp>
      <p:sp>
        <p:nvSpPr>
          <p:cNvPr id="17" name="Shape 15"/>
          <p:cNvSpPr/>
          <p:nvPr/>
        </p:nvSpPr>
        <p:spPr>
          <a:xfrm>
            <a:off x="640080" y="6080760"/>
            <a:ext cx="1280160" cy="0"/>
          </a:xfrm>
          <a:prstGeom prst="line">
            <a:avLst/>
          </a:prstGeom>
          <a:noFill/>
          <a:ln w="317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64008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Continuación del túnel SSH y monitoreo web</a:t>
            </a:r>
            <a:endParaRPr lang="en-US" sz="12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9200EE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>
              <a:solidFill>
                <a:srgbClr val="FFA502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FFA5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</a:t>
            </a:r>
            <a:endParaRPr lang="en-US" sz="1100">
              <a:solidFill>
                <a:srgbClr val="FFA502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859" y="842289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Cómo funciona JupyterHub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por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dentro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2160511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la conexión desde VS Code tenga sentido, hay 3 piezas clave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303291" y="2675977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1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623331" y="2996017"/>
            <a:ext cx="640080" cy="640080"/>
          </a:xfrm>
          <a:prstGeom prst="ellipse">
            <a:avLst/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623331" y="2996017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/>
          </a:p>
        </p:txBody>
      </p:sp>
      <p:sp>
        <p:nvSpPr>
          <p:cNvPr id="9" name="Text 7"/>
          <p:cNvSpPr/>
          <p:nvPr/>
        </p:nvSpPr>
        <p:spPr>
          <a:xfrm>
            <a:off x="623331" y="381897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623331" y="4321897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JupyterHub primero valida tu usuario del clúster (login). No es un Jupyter abierto sin credenciales.</a:t>
            </a:r>
            <a:endParaRPr lang="en-US" sz="1200"/>
          </a:p>
        </p:txBody>
      </p:sp>
      <p:sp>
        <p:nvSpPr>
          <p:cNvPr id="11" name="Shape 9"/>
          <p:cNvSpPr/>
          <p:nvPr/>
        </p:nvSpPr>
        <p:spPr>
          <a:xfrm>
            <a:off x="4098051" y="2675977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1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4418091" y="2996017"/>
            <a:ext cx="640080" cy="640080"/>
          </a:xfrm>
          <a:prstGeom prst="ellipse">
            <a:avLst/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4418091" y="2996017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/>
          </a:p>
        </p:txBody>
      </p:sp>
      <p:sp>
        <p:nvSpPr>
          <p:cNvPr id="14" name="Text 12"/>
          <p:cNvSpPr/>
          <p:nvPr/>
        </p:nvSpPr>
        <p:spPr>
          <a:xfrm>
            <a:off x="4418091" y="381897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individual</a:t>
            </a:r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4418091" y="4321897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iniciar sesión, el Hub te asigna tu propio servidor Jupyter en la ruta /user/&lt;tu-usuario&gt;/ — no es un kernel compartido.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7892811" y="2675977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1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8212851" y="2996017"/>
            <a:ext cx="640080" cy="640080"/>
          </a:xfrm>
          <a:prstGeom prst="ellipse">
            <a:avLst/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8212851" y="2996017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/>
          </a:p>
        </p:txBody>
      </p:sp>
      <p:sp>
        <p:nvSpPr>
          <p:cNvPr id="19" name="Text 17"/>
          <p:cNvSpPr/>
          <p:nvPr/>
        </p:nvSpPr>
        <p:spPr>
          <a:xfrm>
            <a:off x="8212851" y="381897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de API</a:t>
            </a:r>
            <a:endParaRPr lang="en-US" sz="1600"/>
          </a:p>
        </p:txBody>
      </p:sp>
      <p:sp>
        <p:nvSpPr>
          <p:cNvPr id="20" name="Text 18"/>
          <p:cNvSpPr/>
          <p:nvPr/>
        </p:nvSpPr>
        <p:spPr>
          <a:xfrm>
            <a:off x="8212851" y="4321897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no usa tu contraseña: necesita un token de API generado desde el propio Hub para autenticar la conexión remota.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1-2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294238" y="683628"/>
            <a:ext cx="10515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Túnel SSH e inicio de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sesión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en el Hub</a:t>
            </a:r>
          </a:p>
        </p:txBody>
      </p:sp>
      <p:sp>
        <p:nvSpPr>
          <p:cNvPr id="5" name="Text 3"/>
          <p:cNvSpPr/>
          <p:nvPr/>
        </p:nvSpPr>
        <p:spPr>
          <a:xfrm>
            <a:off x="457200" y="1638576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Abre el túnel SSH desde tu PC (solo necesitas el puerto 8443 por ahora):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457200" y="2004336"/>
            <a:ext cx="10352638" cy="1188720"/>
          </a:xfrm>
          <a:prstGeom prst="roundRect">
            <a:avLst>
              <a:gd name="adj" fmla="val 6154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85800" y="2168928"/>
            <a:ext cx="107899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-i "emrkeys.pem" \</a:t>
            </a:r>
            <a:endParaRPr lang="en-US" sz="130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-L 8443:127.0.0.1:8443 \</a:t>
            </a:r>
            <a:endParaRPr lang="en-US" sz="130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ec2-user@ec2-44-195-90-187.compute-1.amazonaws.com</a:t>
            </a:r>
            <a:endParaRPr lang="en-US" sz="1300"/>
          </a:p>
        </p:txBody>
      </p:sp>
      <p:sp>
        <p:nvSpPr>
          <p:cNvPr id="8" name="Text 6"/>
          <p:cNvSpPr/>
          <p:nvPr/>
        </p:nvSpPr>
        <p:spPr>
          <a:xfrm>
            <a:off x="548640" y="341331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>
                <a:latin typeface="Calibri" pitchFamily="34" charset="0"/>
                <a:ea typeface="Calibri" pitchFamily="34" charset="-122"/>
                <a:cs typeface="Calibri" pitchFamily="34" charset="-120"/>
              </a:rPr>
              <a:t>Deja esta terminal abierta mientras trabajas.</a:t>
            </a:r>
            <a:endParaRPr lang="en-US" sz="1150"/>
          </a:p>
        </p:txBody>
      </p:sp>
      <p:sp>
        <p:nvSpPr>
          <p:cNvPr id="9" name="Text 7"/>
          <p:cNvSpPr/>
          <p:nvPr/>
        </p:nvSpPr>
        <p:spPr>
          <a:xfrm>
            <a:off x="457200" y="3695976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Inicia sesión en el navegador: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457200" y="4107456"/>
            <a:ext cx="10352638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658368" y="4290336"/>
            <a:ext cx="329184" cy="329184"/>
          </a:xfrm>
          <a:prstGeom prst="ellipse">
            <a:avLst/>
          </a:prstGeom>
          <a:solidFill>
            <a:srgbClr val="2E405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58368" y="4290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1188720" y="418060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https://localhost:8443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7086600" y="41806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 la advertencia del certificado autofirmado</a:t>
            </a:r>
            <a:endParaRPr lang="en-US" sz="1150"/>
          </a:p>
        </p:txBody>
      </p:sp>
      <p:sp>
        <p:nvSpPr>
          <p:cNvPr id="15" name="Shape 13"/>
          <p:cNvSpPr/>
          <p:nvPr/>
        </p:nvSpPr>
        <p:spPr>
          <a:xfrm>
            <a:off x="457200" y="4912128"/>
            <a:ext cx="10352638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658368" y="5095008"/>
            <a:ext cx="329184" cy="329184"/>
          </a:xfrm>
          <a:prstGeom prst="ellipse">
            <a:avLst/>
          </a:prstGeom>
          <a:solidFill>
            <a:srgbClr val="2E405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658368" y="5095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1188720" y="49852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 sesión con tu usuario del clúster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7086600" y="4985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usuario que usas para SSH / AWS Academy</a:t>
            </a:r>
            <a:endParaRPr lang="en-US" sz="1150"/>
          </a:p>
        </p:txBody>
      </p:sp>
      <p:sp>
        <p:nvSpPr>
          <p:cNvPr id="20" name="Shape 18"/>
          <p:cNvSpPr/>
          <p:nvPr/>
        </p:nvSpPr>
        <p:spPr>
          <a:xfrm>
            <a:off x="457200" y="5716800"/>
            <a:ext cx="10352638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658368" y="5899680"/>
            <a:ext cx="329184" cy="329184"/>
          </a:xfrm>
          <a:prstGeom prst="ellipse">
            <a:avLst/>
          </a:prstGeom>
          <a:solidFill>
            <a:srgbClr val="2E405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658368" y="5899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/>
          </a:p>
        </p:txBody>
      </p:sp>
      <p:sp>
        <p:nvSpPr>
          <p:cNvPr id="23" name="Text 21"/>
          <p:cNvSpPr/>
          <p:nvPr/>
        </p:nvSpPr>
        <p:spPr>
          <a:xfrm>
            <a:off x="1188720" y="57899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 clic en "Start My Server"</a:t>
            </a:r>
            <a:endParaRPr lang="en-US" sz="1300"/>
          </a:p>
        </p:txBody>
      </p:sp>
      <p:sp>
        <p:nvSpPr>
          <p:cNvPr id="24" name="Text 22"/>
          <p:cNvSpPr/>
          <p:nvPr/>
        </p:nvSpPr>
        <p:spPr>
          <a:xfrm>
            <a:off x="7086600" y="57899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la primera vez — espera a que cargue el árbol de archivos</a:t>
            </a:r>
            <a:endParaRPr lang="en-US" sz="1150"/>
          </a:p>
        </p:txBody>
      </p:sp>
      <p:sp>
        <p:nvSpPr>
          <p:cNvPr id="25" name="Text 2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26" name="Text 24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1115568" cy="292608"/>
          </a:xfrm>
          <a:prstGeom prst="rect">
            <a:avLst/>
          </a:prstGeom>
          <a:solidFill>
            <a:srgbClr val="FFA50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3-4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285185" y="570595"/>
            <a:ext cx="105156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Generar el token y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construir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la URL</a:t>
            </a:r>
          </a:p>
        </p:txBody>
      </p:sp>
      <p:sp>
        <p:nvSpPr>
          <p:cNvPr id="5" name="Text 3"/>
          <p:cNvSpPr/>
          <p:nvPr/>
        </p:nvSpPr>
        <p:spPr>
          <a:xfrm>
            <a:off x="411480" y="1797113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 la sesión ya iniciada, ve a: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411480" y="2162873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40080" y="2327465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https://localhost:8443/hub/token</a:t>
            </a:r>
            <a:endParaRPr lang="en-US" sz="1250"/>
          </a:p>
        </p:txBody>
      </p:sp>
      <p:sp>
        <p:nvSpPr>
          <p:cNvPr id="8" name="Text 6"/>
          <p:cNvSpPr/>
          <p:nvPr/>
        </p:nvSpPr>
        <p:spPr>
          <a:xfrm>
            <a:off x="411480" y="2866961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en "Request new API token" → dale un nombre (ej. vscode) → cópialo. Solo se muestra una vez.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411480" y="3625913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Arma tu URL de conexión (tu servidor vive en /user/&lt;tu-usuario&gt;/):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411480" y="3991673"/>
            <a:ext cx="9049391" cy="777240"/>
          </a:xfrm>
          <a:prstGeom prst="roundRect">
            <a:avLst>
              <a:gd name="adj" fmla="val 9412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640080" y="4156265"/>
            <a:ext cx="10789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https://localhost:8443/user/&lt;tu-usuario&gt;/?token=&lt;TU_TOKEN&gt;</a:t>
            </a:r>
            <a:endParaRPr lang="en-US" sz="1250"/>
          </a:p>
        </p:txBody>
      </p:sp>
      <p:sp>
        <p:nvSpPr>
          <p:cNvPr id="12" name="Shape 10"/>
          <p:cNvSpPr/>
          <p:nvPr/>
        </p:nvSpPr>
        <p:spPr>
          <a:xfrm>
            <a:off x="411480" y="5043233"/>
            <a:ext cx="8931696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1">
                <a:alpha val="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731520" y="5226113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b="1">
                <a:solidFill>
                  <a:srgbClr val="1B2A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&lt;tu-usuario&gt;</a:t>
            </a:r>
            <a:r>
              <a:rPr lang="en-US" sz="125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tu nombre de usuario exacto en el Hub (el mismo con el que inicias sesión en el navegador)
</a:t>
            </a:r>
            <a:r>
              <a:rPr lang="en-US" sz="1250" b="1">
                <a:solidFill>
                  <a:srgbClr val="1B2A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&lt;TU_TOKEN&gt;</a:t>
            </a:r>
            <a:r>
              <a:rPr lang="en-US" sz="125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el token que copiaste en el paso 3 — sensible, no lo compartas ni lo subas a un repositorio</a:t>
            </a:r>
            <a:endParaRPr lang="en-US" sz="125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5-6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66908" y="702898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Conectar VS Code y elegir el kernel</a:t>
            </a:r>
          </a:p>
        </p:txBody>
      </p:sp>
      <p:sp>
        <p:nvSpPr>
          <p:cNvPr id="5" name="Text 3"/>
          <p:cNvSpPr/>
          <p:nvPr/>
        </p:nvSpPr>
        <p:spPr>
          <a:xfrm>
            <a:off x="520762" y="203219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En VS Code: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612202" y="2443678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932242" y="2397958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1B2A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Ctrl+Shift+P → "Jupyter: Specify Jupyter Server for Connections"</a:t>
            </a:r>
            <a:endParaRPr lang="en-US" sz="1250"/>
          </a:p>
        </p:txBody>
      </p:sp>
      <p:sp>
        <p:nvSpPr>
          <p:cNvPr id="8" name="Shape 6"/>
          <p:cNvSpPr/>
          <p:nvPr/>
        </p:nvSpPr>
        <p:spPr>
          <a:xfrm>
            <a:off x="612202" y="2827726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932242" y="2782006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1B2A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Elige "Existing"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612202" y="3211774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932242" y="3166054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1B2A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Pega la URL con el token del paso anterior</a:t>
            </a:r>
            <a:endParaRPr lang="en-US" sz="1250"/>
          </a:p>
        </p:txBody>
      </p:sp>
      <p:sp>
        <p:nvSpPr>
          <p:cNvPr id="12" name="Shape 10"/>
          <p:cNvSpPr/>
          <p:nvPr/>
        </p:nvSpPr>
        <p:spPr>
          <a:xfrm>
            <a:off x="530055" y="3630911"/>
            <a:ext cx="10152556" cy="1051560"/>
          </a:xfrm>
          <a:prstGeom prst="roundRect">
            <a:avLst>
              <a:gd name="adj" fmla="val 6957"/>
            </a:avLst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868680" y="372160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Certificado autofirmado: </a:t>
            </a: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VS Code rechaza la conexión por SSL, ábrelo desde la terminal con:
</a:t>
            </a:r>
            <a:r>
              <a:rPr lang="en-US" sz="125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NODE_TLS_REJECT_UNAUTHORIZED=0 code .</a:t>
            </a:r>
            <a:r>
              <a:rPr lang="en-US" sz="1100" i="1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(solo para esta sesión — no lo dejes permanente)</a:t>
            </a:r>
            <a:endParaRPr lang="en-US" sz="1250"/>
          </a:p>
        </p:txBody>
      </p:sp>
      <p:sp>
        <p:nvSpPr>
          <p:cNvPr id="14" name="Text 12"/>
          <p:cNvSpPr/>
          <p:nvPr/>
        </p:nvSpPr>
        <p:spPr>
          <a:xfrm>
            <a:off x="548640" y="48188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Elige el kernel:</a:t>
            </a:r>
            <a:endParaRPr lang="en-US" sz="1300"/>
          </a:p>
        </p:txBody>
      </p:sp>
      <p:sp>
        <p:nvSpPr>
          <p:cNvPr id="15" name="Shape 13"/>
          <p:cNvSpPr/>
          <p:nvPr/>
        </p:nvSpPr>
        <p:spPr>
          <a:xfrm>
            <a:off x="548640" y="5184648"/>
            <a:ext cx="479018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1">
                <a:alpha val="8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822960" y="53675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B2A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PySpark / PySpark3</a:t>
            </a:r>
            <a:endParaRPr lang="en-US" sz="1400"/>
          </a:p>
        </p:txBody>
      </p:sp>
      <p:sp>
        <p:nvSpPr>
          <p:cNvPr id="17" name="Text 15"/>
          <p:cNvSpPr/>
          <p:nvPr/>
        </p:nvSpPr>
        <p:spPr>
          <a:xfrm>
            <a:off x="822960" y="5733288"/>
            <a:ext cx="42831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vía Livy. La variable spark ya existe apenas ejecutas la primera celda — no necesitas crear SparkSession.</a:t>
            </a:r>
            <a:endParaRPr lang="en-US" sz="1150"/>
          </a:p>
        </p:txBody>
      </p:sp>
      <p:sp>
        <p:nvSpPr>
          <p:cNvPr id="18" name="Shape 16"/>
          <p:cNvSpPr/>
          <p:nvPr/>
        </p:nvSpPr>
        <p:spPr>
          <a:xfrm>
            <a:off x="6309360" y="5184648"/>
            <a:ext cx="479018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1">
                <a:alpha val="8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6583680" y="53675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B2A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 (genérico)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6583680" y="5733288"/>
            <a:ext cx="4226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Necesitas findspark.init() antes de importar pyspark para que encuentre Spark instalado en el master.</a:t>
            </a:r>
            <a:endParaRPr lang="en-US" sz="1150"/>
          </a:p>
        </p:txBody>
      </p:sp>
      <p:sp>
        <p:nvSpPr>
          <p:cNvPr id="21" name="Text 19"/>
          <p:cNvSpPr/>
          <p:nvPr/>
        </p:nvSpPr>
        <p:spPr>
          <a:xfrm>
            <a:off x="517858" y="6584495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7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149382" y="862796"/>
            <a:ext cx="105156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Monitorear en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paralelo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mientras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trabajas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357611" y="228219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 los puertos de las interfaces web al mismo túnel del paso 1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574895" y="2942467"/>
            <a:ext cx="6206151" cy="2331720"/>
          </a:xfrm>
          <a:prstGeom prst="roundRect">
            <a:avLst>
              <a:gd name="adj" fmla="val 3137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803495" y="3107059"/>
            <a:ext cx="649224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-i "emrkeys.pem" \</a:t>
            </a:r>
            <a:endParaRPr lang="en-US" sz="120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0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-L 8443:127.0.0.1:8443 \</a:t>
            </a:r>
            <a:endParaRPr lang="en-US" sz="120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0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-L 8088:172.31.13.216:8088 \</a:t>
            </a:r>
            <a:endParaRPr lang="en-US" sz="120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0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-L 9870:172.31.13.216:9870 \</a:t>
            </a:r>
            <a:endParaRPr lang="en-US" sz="120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0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-L 18080:127.0.0.1:18080 \</a:t>
            </a:r>
            <a:endParaRPr lang="en-US" sz="120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0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ec2-user@ec2-44-195-90-187.compute-1.amazonaws.com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6910510" y="2942467"/>
            <a:ext cx="41148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1">
                <a:alpha val="8000"/>
              </a:srgbClr>
            </a:outerShdw>
          </a:effectLst>
          <a:scene3d>
            <a:camera prst="orthographicFront"/>
            <a:lightRig rig="threePt" dir="t"/>
          </a:scene3d>
          <a:sp3d>
            <a:bevelT prst="angle"/>
          </a:sp3d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7139110" y="3125347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rápida: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7139110" y="3491107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una celda con Spark en tu notebook y observa </a:t>
            </a:r>
            <a:r>
              <a:rPr lang="en-US" sz="12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http://localhost:8088</a:t>
            </a:r>
            <a:r>
              <a:rPr lang="en-US" sz="12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(YARN) — tu aplicación debe aparecer en la lista de </a:t>
            </a:r>
            <a:r>
              <a:rPr lang="en-US" sz="1200" b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r>
              <a:rPr lang="en-US" sz="12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casi de inmediato.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574895" y="5457067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aparición en YARN es tu confirmación visual de que el kernel remoto, Spark y el clúster están conectados de punta a punta.</a:t>
            </a:r>
            <a:endParaRPr lang="en-US" sz="1250"/>
          </a:p>
        </p:txBody>
      </p:sp>
      <p:sp>
        <p:nvSpPr>
          <p:cNvPr id="12" name="Text 10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362456" cy="292608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1362456" cy="292608"/>
          </a:xfrm>
          <a:prstGeom prst="rect">
            <a:avLst/>
          </a:prstGeom>
          <a:solidFill>
            <a:srgbClr val="FFA50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Jupyter propio vs.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JupyterHub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existente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93826" y="2247885"/>
            <a:ext cx="10379798" cy="685800"/>
          </a:xfrm>
          <a:prstGeom prst="roundRect">
            <a:avLst>
              <a:gd name="adj" fmla="val 6667"/>
            </a:avLst>
          </a:prstGeom>
          <a:solidFill>
            <a:srgbClr val="1B2A4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622426" y="2247885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3914266" y="2247885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 propio (nohup)</a:t>
            </a:r>
            <a:endParaRPr lang="en-US" sz="1300"/>
          </a:p>
        </p:txBody>
      </p:sp>
      <p:sp>
        <p:nvSpPr>
          <p:cNvPr id="8" name="Text 6"/>
          <p:cNvSpPr/>
          <p:nvPr/>
        </p:nvSpPr>
        <p:spPr>
          <a:xfrm>
            <a:off x="7846186" y="2247885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JupyterHub existente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393826" y="3025125"/>
            <a:ext cx="10379798" cy="7223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622426" y="3025125"/>
            <a:ext cx="292608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extra</a:t>
            </a:r>
            <a:endParaRPr lang="en-US" sz="1300"/>
          </a:p>
        </p:txBody>
      </p:sp>
      <p:sp>
        <p:nvSpPr>
          <p:cNvPr id="11" name="Text 9"/>
          <p:cNvSpPr/>
          <p:nvPr/>
        </p:nvSpPr>
        <p:spPr>
          <a:xfrm>
            <a:off x="3914266" y="3025125"/>
            <a:ext cx="35661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requerir pip3 install jupyter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846186" y="3025125"/>
            <a:ext cx="36576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— ya está corriendo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393826" y="3802365"/>
            <a:ext cx="10379798" cy="722376"/>
          </a:xfrm>
          <a:prstGeom prst="rect">
            <a:avLst/>
          </a:prstGeom>
          <a:solidFill>
            <a:srgbClr val="EEF2F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622426" y="3802365"/>
            <a:ext cx="292608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</a:t>
            </a:r>
            <a:endParaRPr lang="en-US" sz="1300"/>
          </a:p>
        </p:txBody>
      </p:sp>
      <p:sp>
        <p:nvSpPr>
          <p:cNvPr id="15" name="Text 13"/>
          <p:cNvSpPr/>
          <p:nvPr/>
        </p:nvSpPr>
        <p:spPr>
          <a:xfrm>
            <a:off x="3914266" y="3802365"/>
            <a:ext cx="35661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token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7846186" y="3802365"/>
            <a:ext cx="36576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de usuario + token de API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393826" y="4579605"/>
            <a:ext cx="10379798" cy="7223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622426" y="4579605"/>
            <a:ext cx="292608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3914266" y="4579605"/>
            <a:ext cx="35661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simple, sin advertencias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7846186" y="4579605"/>
            <a:ext cx="36576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autofirmado → ajuste en VS Code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393826" y="5356845"/>
            <a:ext cx="10379798" cy="722376"/>
          </a:xfrm>
          <a:prstGeom prst="rect">
            <a:avLst/>
          </a:prstGeom>
          <a:solidFill>
            <a:srgbClr val="EEF2F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622426" y="5356845"/>
            <a:ext cx="292608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Spark</a:t>
            </a:r>
            <a:endParaRPr lang="en-US" sz="1300"/>
          </a:p>
        </p:txBody>
      </p:sp>
      <p:sp>
        <p:nvSpPr>
          <p:cNvPr id="23" name="Text 21"/>
          <p:cNvSpPr/>
          <p:nvPr/>
        </p:nvSpPr>
        <p:spPr>
          <a:xfrm>
            <a:off x="3914266" y="5356845"/>
            <a:ext cx="35661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(findspark)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7846186" y="5356845"/>
            <a:ext cx="36576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integrado vía Livy / sparkmagic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26" name="Text 24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PASO 3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Conectar VS Code al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nodo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master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por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SSH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2560229"/>
            <a:ext cx="46634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 la extensión Remote - SSH en VS Code (Microsoft).</a:t>
            </a:r>
            <a:endParaRPr lang="en-US" sz="128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la IP pública (o DNS) del nodo master desde la consola de EMR.</a:t>
            </a:r>
            <a:endParaRPr lang="en-US" sz="128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permisos de tu llave: chmod 400 mi-llave.pem (Linux/Mac) o restricción equivalente en Windows.</a:t>
            </a:r>
            <a:endParaRPr lang="en-US" sz="128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tu archivo ~/.ssh/config con el host del clúster para conectarte con un solo comando.</a:t>
            </a:r>
            <a:endParaRPr lang="en-US" sz="128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la paleta de comandos: "Remote-SSH: Connect to Host" y selecciona el clúster.</a:t>
            </a:r>
            <a:endParaRPr lang="en-US" sz="128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dentro, puedes abrir una terminal, ejecutar spark-submit y editar los notebooks o scripts .py directamente en el master.</a:t>
            </a:r>
            <a:endParaRPr lang="en-US" sz="1280"/>
          </a:p>
        </p:txBody>
      </p:sp>
      <p:sp>
        <p:nvSpPr>
          <p:cNvPr id="6" name="Shape 4"/>
          <p:cNvSpPr/>
          <p:nvPr/>
        </p:nvSpPr>
        <p:spPr>
          <a:xfrm>
            <a:off x="5531215" y="2404781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111C33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805535" y="2541941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~/.ssh/config</a:t>
            </a:r>
            <a:endParaRPr lang="en-US" sz="1250"/>
          </a:p>
        </p:txBody>
      </p:sp>
      <p:sp>
        <p:nvSpPr>
          <p:cNvPr id="8" name="Text 6"/>
          <p:cNvSpPr/>
          <p:nvPr/>
        </p:nvSpPr>
        <p:spPr>
          <a:xfrm>
            <a:off x="5805535" y="2889413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>
                <a:solidFill>
                  <a:srgbClr val="CF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 emr-cluster</a:t>
            </a:r>
            <a:endParaRPr lang="en-US" sz="1100"/>
          </a:p>
          <a:p>
            <a:pPr marL="0" indent="0">
              <a:lnSpc>
                <a:spcPct val="120000"/>
              </a:lnSpc>
              <a:buNone/>
            </a:pPr>
            <a:r>
              <a:rPr lang="en-US" sz="1100">
                <a:solidFill>
                  <a:srgbClr val="CF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HostName ec2-XX-XX.compute.amazonaws.com</a:t>
            </a:r>
            <a:endParaRPr lang="en-US" sz="1100"/>
          </a:p>
          <a:p>
            <a:pPr marL="0" indent="0">
              <a:lnSpc>
                <a:spcPct val="120000"/>
              </a:lnSpc>
              <a:buNone/>
            </a:pPr>
            <a:r>
              <a:rPr lang="en-US" sz="1100">
                <a:solidFill>
                  <a:srgbClr val="CF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 hadoop</a:t>
            </a:r>
            <a:endParaRPr lang="en-US" sz="1100"/>
          </a:p>
          <a:p>
            <a:pPr marL="0" indent="0">
              <a:lnSpc>
                <a:spcPct val="120000"/>
              </a:lnSpc>
              <a:buNone/>
            </a:pPr>
            <a:r>
              <a:rPr lang="en-US" sz="1100">
                <a:solidFill>
                  <a:srgbClr val="CF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IdentityFile ~/.ssh/mi-llave.pem</a:t>
            </a:r>
            <a:endParaRPr lang="en-US" sz="1100"/>
          </a:p>
          <a:p>
            <a:pPr marL="0" indent="0">
              <a:lnSpc>
                <a:spcPct val="120000"/>
              </a:lnSpc>
              <a:buNone/>
            </a:pPr>
            <a:r>
              <a:rPr lang="en-US" sz="1100">
                <a:solidFill>
                  <a:srgbClr val="CF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ServerAliveInterval 60</a:t>
            </a:r>
            <a:endParaRPr lang="en-US" sz="1100"/>
          </a:p>
        </p:txBody>
      </p:sp>
      <p:sp>
        <p:nvSpPr>
          <p:cNvPr id="9" name="Text 7"/>
          <p:cNvSpPr/>
          <p:nvPr/>
        </p:nvSpPr>
        <p:spPr>
          <a:xfrm>
            <a:off x="5805535" y="4279301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Conexión SSH directa (terminal)</a:t>
            </a:r>
            <a:endParaRPr lang="en-US" sz="1250"/>
          </a:p>
        </p:txBody>
      </p:sp>
      <p:sp>
        <p:nvSpPr>
          <p:cNvPr id="10" name="Text 8"/>
          <p:cNvSpPr/>
          <p:nvPr/>
        </p:nvSpPr>
        <p:spPr>
          <a:xfrm>
            <a:off x="5805535" y="4626773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>
                <a:solidFill>
                  <a:srgbClr val="CF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ssh -i mi-llave.pem hadoop@&lt;IP-master&gt;</a:t>
            </a:r>
            <a:endParaRPr lang="en-US" sz="1050"/>
          </a:p>
          <a:p>
            <a:pPr marL="0" indent="0">
              <a:lnSpc>
                <a:spcPct val="115000"/>
              </a:lnSpc>
              <a:buNone/>
            </a:pPr>
            <a:endParaRPr lang="en-US" sz="1050"/>
          </a:p>
          <a:p>
            <a:pPr marL="0" indent="0">
              <a:lnSpc>
                <a:spcPct val="115000"/>
              </a:lnSpc>
              <a:buNone/>
            </a:pPr>
            <a:r>
              <a:rPr lang="en-US" sz="1050">
                <a:solidFill>
                  <a:srgbClr val="CF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Tunel para exponer Livy/Jupyter en tu PC:</a:t>
            </a:r>
            <a:endParaRPr lang="en-US" sz="1050"/>
          </a:p>
          <a:p>
            <a:pPr marL="0" indent="0">
              <a:lnSpc>
                <a:spcPct val="115000"/>
              </a:lnSpc>
              <a:buNone/>
            </a:pPr>
            <a:r>
              <a:rPr lang="en-US" sz="1050">
                <a:solidFill>
                  <a:srgbClr val="CF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ssh -i mi-llave.pem -N \</a:t>
            </a:r>
            <a:endParaRPr lang="en-US" sz="1050"/>
          </a:p>
          <a:p>
            <a:pPr marL="0" indent="0">
              <a:lnSpc>
                <a:spcPct val="115000"/>
              </a:lnSpc>
              <a:buNone/>
            </a:pPr>
            <a:r>
              <a:rPr lang="en-US" sz="1050">
                <a:solidFill>
                  <a:srgbClr val="CF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-L 8998:localhost:8998 \</a:t>
            </a:r>
            <a:endParaRPr lang="en-US" sz="1050"/>
          </a:p>
          <a:p>
            <a:pPr marL="0" indent="0">
              <a:lnSpc>
                <a:spcPct val="115000"/>
              </a:lnSpc>
              <a:buNone/>
            </a:pPr>
            <a:r>
              <a:rPr lang="en-US" sz="1050">
                <a:solidFill>
                  <a:srgbClr val="CF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-L 9443:localhost:9443 \</a:t>
            </a:r>
            <a:endParaRPr lang="en-US" sz="1050"/>
          </a:p>
          <a:p>
            <a:pPr marL="0" indent="0">
              <a:lnSpc>
                <a:spcPct val="115000"/>
              </a:lnSpc>
              <a:buNone/>
            </a:pPr>
            <a:r>
              <a:rPr lang="en-US" sz="1050">
                <a:solidFill>
                  <a:srgbClr val="CF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hadoop@&lt;IP-master&gt;</a:t>
            </a:r>
            <a:endParaRPr lang="en-US" sz="1050"/>
          </a:p>
        </p:txBody>
      </p:sp>
      <p:sp>
        <p:nvSpPr>
          <p:cNvPr id="11" name="Text 9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7131415" y="63733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PASO 4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Entrenar en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remoto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con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JupyterHub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2920" y="2709657"/>
            <a:ext cx="5486400" cy="3099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incluye JupyterHub (o JupyterEnterpriseGateway) preinstalado y conectado a Spark/Livy: cada notebook envía el trabajo al clúster, no a tu PC.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túnel SSH del paso anterior, abres https://localhost:9443 en el navegador de tu computador y accedes a JupyterHub del master.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Inicias sesión con el usuario configurado en EMR y creas un notebook con kernel "PySpark": Spark ya viene inicializado (SparkSession disponible como spark).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cómputo pesado —lectura de datos, transformaciones, entrenamiento del modelo— corre en los nodos core/task; tu laptop solo muestra los resultados.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5943599" y="2140601"/>
            <a:ext cx="5590515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217920" y="2323481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PC  ⇄  Clúster EMR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6217920" y="2872121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BEAD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217920" y="2872121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computador</a:t>
            </a:r>
            <a:endParaRPr lang="en-US" sz="1050"/>
          </a:p>
          <a:p>
            <a:pPr marL="0" indent="0" algn="ctr">
              <a:buNone/>
            </a:pPr>
            <a:r>
              <a:rPr lang="en-US" sz="10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 Code / navegador)</a:t>
            </a:r>
            <a:endParaRPr lang="en-US" sz="1050"/>
          </a:p>
        </p:txBody>
      </p:sp>
      <p:sp>
        <p:nvSpPr>
          <p:cNvPr id="10" name="Shape 8"/>
          <p:cNvSpPr/>
          <p:nvPr/>
        </p:nvSpPr>
        <p:spPr>
          <a:xfrm>
            <a:off x="8321040" y="3237881"/>
            <a:ext cx="96012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8275320" y="2945273"/>
            <a:ext cx="1051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túnel SSH</a:t>
            </a:r>
            <a:endParaRPr lang="en-US" sz="950"/>
          </a:p>
        </p:txBody>
      </p:sp>
      <p:sp>
        <p:nvSpPr>
          <p:cNvPr id="12" name="Shape 10"/>
          <p:cNvSpPr/>
          <p:nvPr/>
        </p:nvSpPr>
        <p:spPr>
          <a:xfrm>
            <a:off x="9281160" y="2872121"/>
            <a:ext cx="178308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9281160" y="2872121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Master</a:t>
            </a:r>
            <a:endParaRPr lang="en-US" sz="1000"/>
          </a:p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JupyterHub + Livy</a:t>
            </a:r>
            <a:endParaRPr lang="en-US" sz="1000"/>
          </a:p>
        </p:txBody>
      </p:sp>
      <p:sp>
        <p:nvSpPr>
          <p:cNvPr id="14" name="Shape 12"/>
          <p:cNvSpPr/>
          <p:nvPr/>
        </p:nvSpPr>
        <p:spPr>
          <a:xfrm>
            <a:off x="10149840" y="3695081"/>
            <a:ext cx="457200" cy="621792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6217920" y="4335161"/>
            <a:ext cx="1691640" cy="777240"/>
          </a:xfrm>
          <a:prstGeom prst="roundRect">
            <a:avLst>
              <a:gd name="adj" fmla="val 8235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6217920" y="4335161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Core 1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Spark</a:t>
            </a:r>
            <a:endParaRPr lang="en-US" sz="950"/>
          </a:p>
        </p:txBody>
      </p:sp>
      <p:sp>
        <p:nvSpPr>
          <p:cNvPr id="17" name="Shape 15"/>
          <p:cNvSpPr/>
          <p:nvPr/>
        </p:nvSpPr>
        <p:spPr>
          <a:xfrm flipV="1">
            <a:off x="7059169" y="3713369"/>
            <a:ext cx="3090666" cy="62179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7955280" y="4335161"/>
            <a:ext cx="1691640" cy="777240"/>
          </a:xfrm>
          <a:prstGeom prst="roundRect">
            <a:avLst>
              <a:gd name="adj" fmla="val 8235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7955280" y="4335161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Core 2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Spark</a:t>
            </a:r>
            <a:endParaRPr lang="en-US" sz="950"/>
          </a:p>
        </p:txBody>
      </p:sp>
      <p:sp>
        <p:nvSpPr>
          <p:cNvPr id="20" name="Shape 18"/>
          <p:cNvSpPr/>
          <p:nvPr/>
        </p:nvSpPr>
        <p:spPr>
          <a:xfrm flipV="1">
            <a:off x="8778240" y="3713369"/>
            <a:ext cx="1371594" cy="62179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9692640" y="4335161"/>
            <a:ext cx="1691640" cy="777240"/>
          </a:xfrm>
          <a:prstGeom prst="roundRect">
            <a:avLst>
              <a:gd name="adj" fmla="val 8235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9692640" y="4335161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Core 3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Spark</a:t>
            </a:r>
            <a:endParaRPr lang="en-US" sz="950"/>
          </a:p>
        </p:txBody>
      </p:sp>
      <p:sp>
        <p:nvSpPr>
          <p:cNvPr id="24" name="Text 22"/>
          <p:cNvSpPr/>
          <p:nvPr/>
        </p:nvSpPr>
        <p:spPr>
          <a:xfrm>
            <a:off x="6217920" y="5341001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i="1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notebook vive en tu navegador; la ejecución de PySpark ocurre físicamente en los nodos del clúster.</a:t>
            </a:r>
            <a:endParaRPr lang="en-US" sz="1100"/>
          </a:p>
        </p:txBody>
      </p:sp>
      <p:sp>
        <p:nvSpPr>
          <p:cNvPr id="25" name="Text 2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6" name="Text 24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7" name="Text 25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PRÁCTICO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389299" y="665430"/>
            <a:ext cx="1106424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Pipeline de Machine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Learning con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PySpark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MLlib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17899" y="21488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800779" y="222199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SparkSession</a:t>
            </a:r>
            <a:endParaRPr lang="en-US" sz="1250"/>
          </a:p>
        </p:txBody>
      </p:sp>
      <p:sp>
        <p:nvSpPr>
          <p:cNvPr id="7" name="Text 5"/>
          <p:cNvSpPr/>
          <p:nvPr/>
        </p:nvSpPr>
        <p:spPr>
          <a:xfrm>
            <a:off x="800779" y="251460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entrada a Spark; ya disponible como "spark" en el kernel PySpark de JupyterHub.</a:t>
            </a:r>
            <a:endParaRPr lang="en-US" sz="1050"/>
          </a:p>
        </p:txBody>
      </p:sp>
      <p:sp>
        <p:nvSpPr>
          <p:cNvPr id="8" name="Shape 6"/>
          <p:cNvSpPr/>
          <p:nvPr/>
        </p:nvSpPr>
        <p:spPr>
          <a:xfrm>
            <a:off x="6287179" y="21488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470059" y="222199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Carga de datos</a:t>
            </a:r>
            <a:endParaRPr lang="en-US" sz="1250"/>
          </a:p>
        </p:txBody>
      </p:sp>
      <p:sp>
        <p:nvSpPr>
          <p:cNvPr id="10" name="Text 8"/>
          <p:cNvSpPr/>
          <p:nvPr/>
        </p:nvSpPr>
        <p:spPr>
          <a:xfrm>
            <a:off x="6470059" y="251460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spark.read.csv() leyendo directamente la URL de GitHub, con sep=";" y header=True, distribuido entre los nodos.</a:t>
            </a:r>
            <a:endParaRPr lang="en-US" sz="1050"/>
          </a:p>
        </p:txBody>
      </p:sp>
      <p:sp>
        <p:nvSpPr>
          <p:cNvPr id="11" name="Shape 9"/>
          <p:cNvSpPr/>
          <p:nvPr/>
        </p:nvSpPr>
        <p:spPr>
          <a:xfrm>
            <a:off x="617899" y="320040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800779" y="327355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Exploración (EDA)</a:t>
            </a:r>
            <a:endParaRPr lang="en-US" sz="1250"/>
          </a:p>
        </p:txBody>
      </p:sp>
      <p:sp>
        <p:nvSpPr>
          <p:cNvPr id="13" name="Text 11"/>
          <p:cNvSpPr/>
          <p:nvPr/>
        </p:nvSpPr>
        <p:spPr>
          <a:xfrm>
            <a:off x="800779" y="356616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printSchema(), describe(), conteo de nulos por columna — todo ejecutado en paralelo sobre el clúster.</a:t>
            </a:r>
            <a:endParaRPr lang="en-US" sz="1050"/>
          </a:p>
        </p:txBody>
      </p:sp>
      <p:sp>
        <p:nvSpPr>
          <p:cNvPr id="14" name="Shape 12"/>
          <p:cNvSpPr/>
          <p:nvPr/>
        </p:nvSpPr>
        <p:spPr>
          <a:xfrm>
            <a:off x="6287179" y="320040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470059" y="327355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Limpieza</a:t>
            </a:r>
            <a:endParaRPr lang="en-US" sz="1250"/>
          </a:p>
        </p:txBody>
      </p:sp>
      <p:sp>
        <p:nvSpPr>
          <p:cNvPr id="16" name="Text 14"/>
          <p:cNvSpPr/>
          <p:nvPr/>
        </p:nvSpPr>
        <p:spPr>
          <a:xfrm>
            <a:off x="6470059" y="356616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o imputar nulos, convertir tipos de datos (precios y áreas a numérico).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17899" y="425196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800779" y="432511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Ingeniería de características</a:t>
            </a:r>
            <a:endParaRPr lang="en-US" sz="1250"/>
          </a:p>
        </p:txBody>
      </p:sp>
      <p:sp>
        <p:nvSpPr>
          <p:cNvPr id="19" name="Text 17"/>
          <p:cNvSpPr/>
          <p:nvPr/>
        </p:nvSpPr>
        <p:spPr>
          <a:xfrm>
            <a:off x="800779" y="461772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StringIndexer + OneHotEncoder para variables categóricas; VectorAssembler para unir todo en una columna "features".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6287179" y="425196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6470059" y="432511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Train / test split</a:t>
            </a:r>
            <a:endParaRPr lang="en-US" sz="1250"/>
          </a:p>
        </p:txBody>
      </p:sp>
      <p:sp>
        <p:nvSpPr>
          <p:cNvPr id="22" name="Text 20"/>
          <p:cNvSpPr/>
          <p:nvPr/>
        </p:nvSpPr>
        <p:spPr>
          <a:xfrm>
            <a:off x="6470059" y="461772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randomSplit([0.8, 0.2]) — 80% para entrenar, 20% para evaluar.</a:t>
            </a:r>
            <a:endParaRPr lang="en-US" sz="1050"/>
          </a:p>
        </p:txBody>
      </p:sp>
      <p:sp>
        <p:nvSpPr>
          <p:cNvPr id="23" name="Shape 21"/>
          <p:cNvSpPr/>
          <p:nvPr/>
        </p:nvSpPr>
        <p:spPr>
          <a:xfrm>
            <a:off x="617899" y="530352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800779" y="537667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Modelo</a:t>
            </a:r>
            <a:endParaRPr lang="en-US" sz="1250"/>
          </a:p>
        </p:txBody>
      </p:sp>
      <p:sp>
        <p:nvSpPr>
          <p:cNvPr id="25" name="Text 23"/>
          <p:cNvSpPr/>
          <p:nvPr/>
        </p:nvSpPr>
        <p:spPr>
          <a:xfrm>
            <a:off x="800779" y="566928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RandomForestRegressor o LinearRegression de pyspark.ml.regression, entrenado sobre "features" para predecir "Precio".</a:t>
            </a:r>
            <a:endParaRPr lang="en-US" sz="1050"/>
          </a:p>
        </p:txBody>
      </p:sp>
      <p:sp>
        <p:nvSpPr>
          <p:cNvPr id="26" name="Shape 24"/>
          <p:cNvSpPr/>
          <p:nvPr/>
        </p:nvSpPr>
        <p:spPr>
          <a:xfrm>
            <a:off x="6287179" y="530352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6470059" y="537667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Evaluación</a:t>
            </a:r>
            <a:endParaRPr lang="en-US" sz="1250"/>
          </a:p>
        </p:txBody>
      </p:sp>
      <p:sp>
        <p:nvSpPr>
          <p:cNvPr id="28" name="Text 26"/>
          <p:cNvSpPr/>
          <p:nvPr/>
        </p:nvSpPr>
        <p:spPr>
          <a:xfrm>
            <a:off x="6470059" y="566928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RegressionEvaluator con métricas RMSE y R² sobre el conjunto de prueba.</a:t>
            </a:r>
            <a:endParaRPr lang="en-US" sz="1050"/>
          </a:p>
        </p:txBody>
      </p:sp>
      <p:sp>
        <p:nvSpPr>
          <p:cNvPr id="29" name="Text 2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PRÁCTICO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365760" y="1031371"/>
            <a:ext cx="1106424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El dataset: Peritazgo.csv</a:t>
            </a:r>
          </a:p>
        </p:txBody>
      </p:sp>
      <p:sp>
        <p:nvSpPr>
          <p:cNvPr id="5" name="Text 3"/>
          <p:cNvSpPr/>
          <p:nvPr/>
        </p:nvSpPr>
        <p:spPr>
          <a:xfrm>
            <a:off x="228600" y="2367662"/>
            <a:ext cx="5394960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</a:t>
            </a:r>
            <a:endParaRPr lang="en-US" sz="1280"/>
          </a:p>
          <a:p>
            <a:pPr>
              <a:lnSpc>
                <a:spcPct val="125000"/>
              </a:lnSpc>
              <a:buSzPct val="100000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raw.githubusercontent.com/adiacla/bigdata/.../Peritazgo.csv — accesible directamente desde el clúster (no hace falta descargarlo a tu PC).</a:t>
            </a:r>
            <a:endParaRPr lang="en-US" sz="128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280"/>
          </a:p>
          <a:p>
            <a:pPr>
              <a:lnSpc>
                <a:spcPct val="125000"/>
              </a:lnSpc>
              <a:buSzPct val="100000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venta de propiedades con atributos físicos, de ubicación y de mercado — el escenario clásico de un "peritazgo" o avalúo inmobiliario.</a:t>
            </a:r>
            <a:endParaRPr lang="en-US" sz="128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endParaRPr lang="en-US" sz="1280"/>
          </a:p>
          <a:p>
            <a:pPr>
              <a:lnSpc>
                <a:spcPct val="125000"/>
              </a:lnSpc>
              <a:buSzPct val="100000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separado por punto y coma (;), con columnas en español: Suburbio, Direccion, Precio, habitaciones, Banos, AreaCons, Distancia, Region, entre otras.</a:t>
            </a:r>
            <a:endParaRPr lang="en-US" sz="128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 b="1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ejercicio</a:t>
            </a:r>
            <a:endParaRPr lang="en-US" sz="1280"/>
          </a:p>
          <a:p>
            <a:pPr>
              <a:lnSpc>
                <a:spcPct val="125000"/>
              </a:lnSpc>
              <a:buSzPct val="100000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un modelo de regresión en PySpark MLlib que prediga la columna Precio a partir de las características de cada propiedad.</a:t>
            </a:r>
            <a:endParaRPr lang="en-US" sz="1280"/>
          </a:p>
        </p:txBody>
      </p:sp>
      <p:sp>
        <p:nvSpPr>
          <p:cNvPr id="6" name="Shape 4"/>
          <p:cNvSpPr/>
          <p:nvPr/>
        </p:nvSpPr>
        <p:spPr>
          <a:xfrm>
            <a:off x="5623560" y="1893034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897880" y="207591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principales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5897880" y="2560546"/>
            <a:ext cx="109728" cy="109728"/>
          </a:xfrm>
          <a:prstGeom prst="round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172200" y="245996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objetivo (target) — numérica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5897880" y="3063466"/>
            <a:ext cx="109728" cy="109728"/>
          </a:xfrm>
          <a:prstGeom prst="round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6172200" y="296288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habitaciones / Banos / Carros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numéricas de la propiedad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5897880" y="3566386"/>
            <a:ext cx="109728" cy="109728"/>
          </a:xfrm>
          <a:prstGeom prst="round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6172200" y="346580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AreaCons / AreaNoConstruida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construida y de terreno (m²)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897880" y="4069306"/>
            <a:ext cx="109728" cy="109728"/>
          </a:xfrm>
          <a:prstGeom prst="round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172200" y="396872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(km)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5897880" y="4572226"/>
            <a:ext cx="109728" cy="109728"/>
          </a:xfrm>
          <a:prstGeom prst="round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6172200" y="447164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Suburbio / Region / Codigo postal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categóricas de ubicación</a:t>
            </a:r>
            <a:endParaRPr lang="en-US" sz="1200"/>
          </a:p>
        </p:txBody>
      </p:sp>
      <p:sp>
        <p:nvSpPr>
          <p:cNvPr id="18" name="Shape 16"/>
          <p:cNvSpPr/>
          <p:nvPr/>
        </p:nvSpPr>
        <p:spPr>
          <a:xfrm>
            <a:off x="5897880" y="5075146"/>
            <a:ext cx="109728" cy="109728"/>
          </a:xfrm>
          <a:prstGeom prst="round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6172200" y="497456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/ Metodo / Vendedor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categóricas del mercado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897880" y="5578066"/>
            <a:ext cx="109728" cy="109728"/>
          </a:xfrm>
          <a:prstGeom prst="round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6172200" y="547748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 / Longitud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geográficas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4" name="Text 22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920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PRÁCTICO</a:t>
            </a:r>
            <a:endParaRPr lang="en-US" sz="1100">
              <a:solidFill>
                <a:srgbClr val="9200EE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405375" y="717733"/>
            <a:ext cx="11064240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Código de ejemplo: de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la URL al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modelo</a:t>
            </a: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entrenado</a:t>
            </a:r>
            <a:endParaRPr lang="en-US" sz="40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05375" y="1910141"/>
            <a:ext cx="9872100" cy="4745139"/>
          </a:xfrm>
          <a:prstGeom prst="roundRect">
            <a:avLst>
              <a:gd name="adj" fmla="val 1455"/>
            </a:avLst>
          </a:prstGeom>
          <a:solidFill>
            <a:srgbClr val="0E1A30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764295" y="2002059"/>
            <a:ext cx="1051560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pyspark.sql import SparkSession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pyspark.ml import Pipeline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pyspark.ml.feature import StringIndexer, VectorAssembler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pyspark.ml.regression import RandomForestRegressor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pyspark.ml.evaluation import RegressionEvaluator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 = "https://raw.githubusercontent.com/.../Peritazgo.csv"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spark.read.csv(url, sep=";", header=True, inferSchema=True)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df.dropna(subset=["Precio","habitaciones","AreaCons","Distancia"])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indexer = StringIndexer(inputCol="Region", outputCol="RegionIdx", handleInvalid="keep")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 = ["habitaciones","Banos","Carros","AreaCons","Distancia","RegionIdx"]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assembler = VectorAssembler(inputCols=cols, outputCol="features")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train, test = df.randomSplit([0.8, 0.2], seed=42)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 = RandomForestRegressor(featuresCol="features", labelCol="Precio", numTrees=100)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= Pipeline(stages=[indexer, assembler, rf])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pipeline.fit(train)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predictions = model.transform(test)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evaluator = RegressionEvaluator(labelCol="Precio", predictionCol="prediction", metricName="rmse")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print("RMSE:", evaluator.evaluate(predictions))</a:t>
            </a:r>
            <a:endParaRPr lang="en-US" sz="1100"/>
          </a:p>
        </p:txBody>
      </p:sp>
      <p:sp>
        <p:nvSpPr>
          <p:cNvPr id="7" name="Text 5"/>
          <p:cNvSpPr/>
          <p:nvPr/>
        </p:nvSpPr>
        <p:spPr>
          <a:xfrm>
            <a:off x="431310" y="6612779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8" name="Text 6"/>
          <p:cNvSpPr/>
          <p:nvPr/>
        </p:nvSpPr>
        <p:spPr>
          <a:xfrm>
            <a:off x="7955280" y="66050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9" name="Text 7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ver el trabajo distribuido en acción</a:t>
            </a:r>
            <a:endParaRPr lang="en-US" sz="300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1371600" y="18745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UI</a:t>
            </a:r>
            <a:endParaRPr lang="en-US" sz="1350"/>
          </a:p>
        </p:txBody>
      </p:sp>
      <p:sp>
        <p:nvSpPr>
          <p:cNvPr id="9" name="Text 7"/>
          <p:cNvSpPr/>
          <p:nvPr/>
        </p:nvSpPr>
        <p:spPr>
          <a:xfrm>
            <a:off x="1371600" y="21945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4040 (o vía History Server 18080)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3840480" y="1892808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los jobs, stages y tasks de tu aplicación PySpark: cuántas particiones se procesaron, en qué executor y cuánto tardó cada una.</a:t>
            </a:r>
            <a:endParaRPr lang="en-US" sz="115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822960" y="31089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822960" y="3108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/>
          </a:p>
        </p:txBody>
      </p:sp>
      <p:sp>
        <p:nvSpPr>
          <p:cNvPr id="14" name="Text 12"/>
          <p:cNvSpPr/>
          <p:nvPr/>
        </p:nvSpPr>
        <p:spPr>
          <a:xfrm>
            <a:off x="1371600" y="29260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ResourceManager UI</a:t>
            </a:r>
            <a:endParaRPr lang="en-US" sz="1350"/>
          </a:p>
        </p:txBody>
      </p:sp>
      <p:sp>
        <p:nvSpPr>
          <p:cNvPr id="15" name="Text 13"/>
          <p:cNvSpPr/>
          <p:nvPr/>
        </p:nvSpPr>
        <p:spPr>
          <a:xfrm>
            <a:off x="1371600" y="32461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8088</a:t>
            </a:r>
            <a:endParaRPr lang="en-US" sz="1050"/>
          </a:p>
        </p:txBody>
      </p:sp>
      <p:sp>
        <p:nvSpPr>
          <p:cNvPr id="16" name="Text 14"/>
          <p:cNvSpPr/>
          <p:nvPr/>
        </p:nvSpPr>
        <p:spPr>
          <a:xfrm>
            <a:off x="3840480" y="2944368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todas las aplicaciones en el clúster, memoria y CPU asignados por nodo, y el estado de cada NodeManager.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822960" y="416052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82296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1371600" y="39776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Ganglia / CloudWatch</a:t>
            </a:r>
            <a:endParaRPr lang="en-US" sz="1350"/>
          </a:p>
        </p:txBody>
      </p:sp>
      <p:sp>
        <p:nvSpPr>
          <p:cNvPr id="21" name="Text 19"/>
          <p:cNvSpPr/>
          <p:nvPr/>
        </p:nvSpPr>
        <p:spPr>
          <a:xfrm>
            <a:off x="1371600" y="42976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EMR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3840480" y="3995928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CPU, memoria, red y disco de cada nodo del clúster en tiempo real — útil para detectar cuellos de botella.</a:t>
            </a:r>
            <a:endParaRPr lang="en-US" sz="1150"/>
          </a:p>
        </p:txBody>
      </p:sp>
      <p:sp>
        <p:nvSpPr>
          <p:cNvPr id="23" name="Shape 21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4" name="Shape 22"/>
          <p:cNvSpPr/>
          <p:nvPr/>
        </p:nvSpPr>
        <p:spPr>
          <a:xfrm>
            <a:off x="822960" y="521208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822960" y="5212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/>
          </a:p>
        </p:txBody>
      </p:sp>
      <p:sp>
        <p:nvSpPr>
          <p:cNvPr id="26" name="Text 24"/>
          <p:cNvSpPr/>
          <p:nvPr/>
        </p:nvSpPr>
        <p:spPr>
          <a:xfrm>
            <a:off x="1371600" y="5029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NameNode UI</a:t>
            </a:r>
            <a:endParaRPr lang="en-US" sz="1350"/>
          </a:p>
        </p:txBody>
      </p:sp>
      <p:sp>
        <p:nvSpPr>
          <p:cNvPr id="27" name="Text 25"/>
          <p:cNvSpPr/>
          <p:nvPr/>
        </p:nvSpPr>
        <p:spPr>
          <a:xfrm>
            <a:off x="1371600" y="5349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9870</a:t>
            </a:r>
            <a:endParaRPr lang="en-US" sz="1050"/>
          </a:p>
        </p:txBody>
      </p:sp>
      <p:sp>
        <p:nvSpPr>
          <p:cNvPr id="28" name="Text 26"/>
          <p:cNvSpPr/>
          <p:nvPr/>
        </p:nvSpPr>
        <p:spPr>
          <a:xfrm>
            <a:off x="3840480" y="5047488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los bloques replicados, espacio usado y salud de cada DataNode.</a:t>
            </a:r>
            <a:endParaRPr lang="en-US" sz="1150"/>
          </a:p>
        </p:txBody>
      </p:sp>
      <p:sp>
        <p:nvSpPr>
          <p:cNvPr id="29" name="Text 2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/>
          </a:p>
        </p:txBody>
      </p:sp>
      <p:sp>
        <p:nvSpPr>
          <p:cNvPr id="32" name="Marcador de texto 31">
            <a:extLst>
              <a:ext uri="{FF2B5EF4-FFF2-40B4-BE49-F238E27FC236}">
                <a16:creationId xmlns:a16="http://schemas.microsoft.com/office/drawing/2014/main" id="{4E6899E0-ABB1-CDB2-946A-42644AD46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Costos, seguridad y buenas prácticas con EMR</a:t>
            </a:r>
            <a:endParaRPr lang="en-US" sz="300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los costos</a:t>
            </a:r>
            <a:endParaRPr lang="en-US" sz="1450"/>
          </a:p>
        </p:txBody>
      </p:sp>
      <p:sp>
        <p:nvSpPr>
          <p:cNvPr id="9" name="Text 7"/>
          <p:cNvSpPr/>
          <p:nvPr/>
        </p:nvSpPr>
        <p:spPr>
          <a:xfrm>
            <a:off x="822960" y="315468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 auto-termination cuando el clúster queda inactivo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instancias Spot para nodos task (hasta 70-90% más baratas)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 (termina) el clúster apenas termine la sesión de entrenamiento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S3 para persistir datos y resultados, no HDFS efímero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1B2A4A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4572000" y="20116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57200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/>
          </a:p>
        </p:txBody>
      </p:sp>
      <p:sp>
        <p:nvSpPr>
          <p:cNvPr id="13" name="Text 11"/>
          <p:cNvSpPr/>
          <p:nvPr/>
        </p:nvSpPr>
        <p:spPr>
          <a:xfrm>
            <a:off x="4572000" y="26060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Refuerza la seguridad</a:t>
            </a:r>
            <a:endParaRPr lang="en-US" sz="1450"/>
          </a:p>
        </p:txBody>
      </p:sp>
      <p:sp>
        <p:nvSpPr>
          <p:cNvPr id="14" name="Text 12"/>
          <p:cNvSpPr/>
          <p:nvPr/>
        </p:nvSpPr>
        <p:spPr>
          <a:xfrm>
            <a:off x="4617720" y="315468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Restringe el Security Group del master a tu IP, no a 0.0.0.0/0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roles IAM con permisos mínimos necesarios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o protege bien tu llave .pem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 datos en tránsito y en reposo (S3 + EMR security config)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8366760" y="20116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836676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/>
          </a:p>
        </p:txBody>
      </p:sp>
      <p:sp>
        <p:nvSpPr>
          <p:cNvPr id="18" name="Text 16"/>
          <p:cNvSpPr/>
          <p:nvPr/>
        </p:nvSpPr>
        <p:spPr>
          <a:xfrm>
            <a:off x="8366760" y="26060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de forma reproducible</a:t>
            </a:r>
            <a:endParaRPr lang="en-US" sz="1450"/>
          </a:p>
        </p:txBody>
      </p:sp>
      <p:sp>
        <p:nvSpPr>
          <p:cNvPr id="19" name="Text 17"/>
          <p:cNvSpPr/>
          <p:nvPr/>
        </p:nvSpPr>
        <p:spPr>
          <a:xfrm>
            <a:off x="8412480" y="315468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tus notebooks y scripts en un repositorio (Git)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 el bootstrap action que instala tus librerías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 el tipo de instancia y la versión de EMR usada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 la creación del clúster con Terraform o CLI de AWS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1" name="Text 19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/>
          </a:p>
        </p:txBody>
      </p:sp>
      <p:sp>
        <p:nvSpPr>
          <p:cNvPr id="23" name="Marcador de texto 22">
            <a:extLst>
              <a:ext uri="{FF2B5EF4-FFF2-40B4-BE49-F238E27FC236}">
                <a16:creationId xmlns:a16="http://schemas.microsoft.com/office/drawing/2014/main" id="{58C710A4-B0BA-51DB-AB66-7DF46FE29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10241280" y="4480560"/>
            <a:ext cx="4023360" cy="402336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>
                <a:latin typeface="Cambria" pitchFamily="34" charset="0"/>
                <a:ea typeface="Cambria" pitchFamily="34" charset="-122"/>
                <a:cs typeface="Cambria" pitchFamily="34" charset="-120"/>
              </a:rPr>
              <a:t>¿Qué te llevas de esta sesión?</a:t>
            </a:r>
            <a:endParaRPr lang="en-US" sz="320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1188720" y="1755648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>
                <a:latin typeface="Calibri" pitchFamily="34" charset="0"/>
                <a:ea typeface="Calibri" pitchFamily="34" charset="-122"/>
                <a:cs typeface="Calibri" pitchFamily="34" charset="-120"/>
              </a:rPr>
              <a:t>Por qué el Big Data exige procesamiento distribuido (Hadoop + Spark)</a:t>
            </a:r>
            <a:endParaRPr lang="en-US" sz="1550"/>
          </a:p>
        </p:txBody>
      </p:sp>
      <p:sp>
        <p:nvSpPr>
          <p:cNvPr id="8" name="Shape 6"/>
          <p:cNvSpPr/>
          <p:nvPr/>
        </p:nvSpPr>
        <p:spPr>
          <a:xfrm>
            <a:off x="640080" y="2487168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40080" y="2487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1188720" y="2414016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>
                <a:solidFill>
                  <a:srgbClr val="E4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organiza un clúster EMR: master, core y task</a:t>
            </a:r>
            <a:endParaRPr lang="en-US" sz="1550"/>
          </a:p>
        </p:txBody>
      </p:sp>
      <p:sp>
        <p:nvSpPr>
          <p:cNvPr id="11" name="Shape 9"/>
          <p:cNvSpPr/>
          <p:nvPr/>
        </p:nvSpPr>
        <p:spPr>
          <a:xfrm>
            <a:off x="640080" y="3145536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40080" y="31455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1188720" y="3072384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>
                <a:latin typeface="Calibri" pitchFamily="34" charset="0"/>
                <a:ea typeface="Calibri" pitchFamily="34" charset="-122"/>
                <a:cs typeface="Calibri" pitchFamily="34" charset="-120"/>
              </a:rPr>
              <a:t>Cómo crear, asegurar y conectarte a un clúster desde tu propio PC</a:t>
            </a:r>
            <a:endParaRPr lang="en-US" sz="1550"/>
          </a:p>
        </p:txBody>
      </p:sp>
      <p:sp>
        <p:nvSpPr>
          <p:cNvPr id="14" name="Shape 12"/>
          <p:cNvSpPr/>
          <p:nvPr/>
        </p:nvSpPr>
        <p:spPr>
          <a:xfrm>
            <a:off x="640080" y="3803904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40080" y="38039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1188720" y="3730752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>
                <a:latin typeface="Calibri" pitchFamily="34" charset="0"/>
                <a:ea typeface="Calibri" pitchFamily="34" charset="-122"/>
                <a:cs typeface="Calibri" pitchFamily="34" charset="-120"/>
              </a:rPr>
              <a:t>Cómo entrenar y evaluar un modelo de ML con PySpark sobre datos reales</a:t>
            </a:r>
            <a:endParaRPr lang="en-US" sz="1550"/>
          </a:p>
        </p:txBody>
      </p:sp>
      <p:sp>
        <p:nvSpPr>
          <p:cNvPr id="17" name="Text 15"/>
          <p:cNvSpPr/>
          <p:nvPr/>
        </p:nvSpPr>
        <p:spPr>
          <a:xfrm>
            <a:off x="640080" y="489204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paso: cada estudiante crea su propio clúster EMR, ejecuta el pipeline completo con Peritazgo.csv y comparte su RMSE en el foro del curso.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640080" y="6263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latin typeface="Calibri" pitchFamily="34" charset="0"/>
                <a:ea typeface="Calibri" pitchFamily="34" charset="-122"/>
                <a:cs typeface="Calibri" pitchFamily="34" charset="-120"/>
              </a:rPr>
              <a:t>Prof. Alfredo  ·  Centro de Competencias Digitales (CCD)  ·  UNAB</a:t>
            </a:r>
            <a:endParaRPr lang="en-US" sz="1150"/>
          </a:p>
        </p:txBody>
      </p:sp>
      <p:sp>
        <p:nvSpPr>
          <p:cNvPr id="20" name="Título 19">
            <a:extLst>
              <a:ext uri="{FF2B5EF4-FFF2-40B4-BE49-F238E27FC236}">
                <a16:creationId xmlns:a16="http://schemas.microsoft.com/office/drawing/2014/main" id="{2D83C5E8-934E-32FD-08F8-9E8E4D3AF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6674F7C3BD7DB45992812A7B122157E" ma:contentTypeVersion="3" ma:contentTypeDescription="Crear nuevo documento." ma:contentTypeScope="" ma:versionID="4d936c347f6fa34a956285fbaf4ffa35">
  <xsd:schema xmlns:xsd="http://www.w3.org/2001/XMLSchema" xmlns:xs="http://www.w3.org/2001/XMLSchema" xmlns:p="http://schemas.microsoft.com/office/2006/metadata/properties" xmlns:ns2="528e6c0f-52a4-4306-8d3c-f14fb234bb95" targetNamespace="http://schemas.microsoft.com/office/2006/metadata/properties" ma:root="true" ma:fieldsID="51c0ac53106310358c30f2d0a0dcddff" ns2:_="">
    <xsd:import namespace="528e6c0f-52a4-4306-8d3c-f14fb234bb9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8e6c0f-52a4-4306-8d3c-f14fb234bb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34B70B6-8916-4B1F-9FD0-1C2A0B020FB4}">
  <ds:schemaRefs>
    <ds:schemaRef ds:uri="528e6c0f-52a4-4306-8d3c-f14fb234bb9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3C4597F-8947-410E-978F-E3FC79A6C976}">
  <ds:schemaRefs>
    <ds:schemaRef ds:uri="http://schemas.microsoft.com/office/2006/documentManagement/types"/>
    <ds:schemaRef ds:uri="http://purl.org/dc/dcmitype/"/>
    <ds:schemaRef ds:uri="528e6c0f-52a4-4306-8d3c-f14fb234bb95"/>
    <ds:schemaRef ds:uri="http://schemas.openxmlformats.org/package/2006/metadata/core-properties"/>
    <ds:schemaRef ds:uri="http://purl.org/dc/elements/1.1/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51AA6BED-90DD-4CFB-8165-69454F9C6DF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5125</Words>
  <Application>Microsoft Office PowerPoint</Application>
  <PresentationFormat>Panorámica</PresentationFormat>
  <Paragraphs>662</Paragraphs>
  <Slides>40</Slides>
  <Notes>32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40</vt:i4>
      </vt:variant>
    </vt:vector>
  </HeadingPairs>
  <TitlesOfParts>
    <vt:vector size="50" baseType="lpstr">
      <vt:lpstr>Arial</vt:lpstr>
      <vt:lpstr>Calibri</vt:lpstr>
      <vt:lpstr>Cambria</vt:lpstr>
      <vt:lpstr>Consolas</vt:lpstr>
      <vt:lpstr>Courier New</vt:lpstr>
      <vt:lpstr>Fira Code</vt:lpstr>
      <vt:lpstr>Montserrat Black</vt:lpstr>
      <vt:lpstr>Open Sans</vt:lpstr>
      <vt:lpstr>Plus Jakarta Sans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Alfredo Antonio Diaz Claros</cp:lastModifiedBy>
  <cp:revision>8</cp:revision>
  <dcterms:created xsi:type="dcterms:W3CDTF">2026-08-12T18:18:54Z</dcterms:created>
  <dcterms:modified xsi:type="dcterms:W3CDTF">2026-08-19T22:45:45Z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0x01010016674F7C3BD7DB45992812A7B122157E</vt:lpwstr>
  </property>
</Properties>
</file>